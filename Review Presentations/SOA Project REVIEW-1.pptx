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handoutMasterIdLst>
    <p:handoutMasterId r:id="rId16"/>
  </p:handoutMasterIdLst>
  <p:sldIdLst>
    <p:sldId id="909" r:id="rId3"/>
    <p:sldId id="707" r:id="rId4"/>
    <p:sldId id="908" r:id="rId5"/>
    <p:sldId id="903" r:id="rId6"/>
    <p:sldId id="902" r:id="rId7"/>
    <p:sldId id="258" r:id="rId8"/>
    <p:sldId id="905" r:id="rId9"/>
    <p:sldId id="907" r:id="rId10"/>
    <p:sldId id="259" r:id="rId11"/>
    <p:sldId id="260" r:id="rId12"/>
    <p:sldId id="904" r:id="rId13"/>
    <p:sldId id="9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440662-1F70-4A03-9C1E-5DC8D54DF312}" v="26" dt="2026-08-20T05:25:44.168"/>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GIRIDHAR" userId="b3389028c9f914ee" providerId="LiveId" clId="{8CF250E8-AE0F-44BB-8FB6-FE419F5DD7CC}"/>
    <pc:docChg chg="undo redo custSel addSld delSld modSld">
      <pc:chgData name="R GIRIDHAR" userId="b3389028c9f914ee" providerId="LiveId" clId="{8CF250E8-AE0F-44BB-8FB6-FE419F5DD7CC}" dt="2026-08-20T09:17:40.381" v="378" actId="14100"/>
      <pc:docMkLst>
        <pc:docMk/>
      </pc:docMkLst>
      <pc:sldChg chg="modSp mod">
        <pc:chgData name="R GIRIDHAR" userId="b3389028c9f914ee" providerId="LiveId" clId="{8CF250E8-AE0F-44BB-8FB6-FE419F5DD7CC}" dt="2026-08-19T11:06:59.162" v="245" actId="255"/>
        <pc:sldMkLst>
          <pc:docMk/>
          <pc:sldMk cId="2065876014" sldId="258"/>
        </pc:sldMkLst>
        <pc:spChg chg="mod">
          <ac:chgData name="R GIRIDHAR" userId="b3389028c9f914ee" providerId="LiveId" clId="{8CF250E8-AE0F-44BB-8FB6-FE419F5DD7CC}" dt="2026-08-19T11:06:59.162" v="245" actId="255"/>
          <ac:spMkLst>
            <pc:docMk/>
            <pc:sldMk cId="2065876014" sldId="258"/>
            <ac:spMk id="5" creationId="{C00062CA-E93E-DFB0-5A22-1412AB9A6752}"/>
          </ac:spMkLst>
        </pc:spChg>
      </pc:sldChg>
      <pc:sldChg chg="addSp delSp modSp mod">
        <pc:chgData name="R GIRIDHAR" userId="b3389028c9f914ee" providerId="LiveId" clId="{8CF250E8-AE0F-44BB-8FB6-FE419F5DD7CC}" dt="2026-08-19T11:17:14.753" v="273" actId="123"/>
        <pc:sldMkLst>
          <pc:docMk/>
          <pc:sldMk cId="3524135319" sldId="259"/>
        </pc:sldMkLst>
        <pc:spChg chg="add mod">
          <ac:chgData name="R GIRIDHAR" userId="b3389028c9f914ee" providerId="LiveId" clId="{8CF250E8-AE0F-44BB-8FB6-FE419F5DD7CC}" dt="2026-08-19T11:17:14.753" v="273" actId="123"/>
          <ac:spMkLst>
            <pc:docMk/>
            <pc:sldMk cId="3524135319" sldId="259"/>
            <ac:spMk id="5" creationId="{CCFCA88D-235D-CED8-A2D3-62B73886BFB8}"/>
          </ac:spMkLst>
        </pc:spChg>
        <pc:spChg chg="mod">
          <ac:chgData name="R GIRIDHAR" userId="b3389028c9f914ee" providerId="LiveId" clId="{8CF250E8-AE0F-44BB-8FB6-FE419F5DD7CC}" dt="2026-08-19T11:06:33.498" v="241" actId="403"/>
          <ac:spMkLst>
            <pc:docMk/>
            <pc:sldMk cId="3524135319" sldId="259"/>
            <ac:spMk id="9" creationId="{CC2C3DB0-355D-9D8C-482C-B6EB1825AC8B}"/>
          </ac:spMkLst>
        </pc:spChg>
        <pc:spChg chg="del mod">
          <ac:chgData name="R GIRIDHAR" userId="b3389028c9f914ee" providerId="LiveId" clId="{8CF250E8-AE0F-44BB-8FB6-FE419F5DD7CC}" dt="2026-08-19T10:56:16.447" v="110" actId="478"/>
          <ac:spMkLst>
            <pc:docMk/>
            <pc:sldMk cId="3524135319" sldId="259"/>
            <ac:spMk id="10" creationId="{2DB84480-DB7F-2C1E-4125-FAC68DF01E94}"/>
          </ac:spMkLst>
        </pc:spChg>
        <pc:spChg chg="del">
          <ac:chgData name="R GIRIDHAR" userId="b3389028c9f914ee" providerId="LiveId" clId="{8CF250E8-AE0F-44BB-8FB6-FE419F5DD7CC}" dt="2026-08-19T10:56:16.447" v="110" actId="478"/>
          <ac:spMkLst>
            <pc:docMk/>
            <pc:sldMk cId="3524135319" sldId="259"/>
            <ac:spMk id="11" creationId="{2CDCB4D5-DDA6-DA57-F4BD-E74C6FE02FBE}"/>
          </ac:spMkLst>
        </pc:spChg>
        <pc:graphicFrameChg chg="del">
          <ac:chgData name="R GIRIDHAR" userId="b3389028c9f914ee" providerId="LiveId" clId="{8CF250E8-AE0F-44BB-8FB6-FE419F5DD7CC}" dt="2026-08-19T10:56:16.447" v="110" actId="478"/>
          <ac:graphicFrameMkLst>
            <pc:docMk/>
            <pc:sldMk cId="3524135319" sldId="259"/>
            <ac:graphicFrameMk id="4" creationId="{99646A68-E417-5432-F247-8BA6D0176398}"/>
          </ac:graphicFrameMkLst>
        </pc:graphicFrameChg>
        <pc:graphicFrameChg chg="del">
          <ac:chgData name="R GIRIDHAR" userId="b3389028c9f914ee" providerId="LiveId" clId="{8CF250E8-AE0F-44BB-8FB6-FE419F5DD7CC}" dt="2026-08-19T10:56:16.447" v="110" actId="478"/>
          <ac:graphicFrameMkLst>
            <pc:docMk/>
            <pc:sldMk cId="3524135319" sldId="259"/>
            <ac:graphicFrameMk id="13" creationId="{E4E25BD0-1CD9-982A-B8EC-E6A251ABE2F1}"/>
          </ac:graphicFrameMkLst>
        </pc:graphicFrameChg>
        <pc:graphicFrameChg chg="del">
          <ac:chgData name="R GIRIDHAR" userId="b3389028c9f914ee" providerId="LiveId" clId="{8CF250E8-AE0F-44BB-8FB6-FE419F5DD7CC}" dt="2026-08-19T10:56:16.447" v="110" actId="478"/>
          <ac:graphicFrameMkLst>
            <pc:docMk/>
            <pc:sldMk cId="3524135319" sldId="259"/>
            <ac:graphicFrameMk id="14" creationId="{D32973CB-EEFD-88C4-D170-5ECF00CD92B1}"/>
          </ac:graphicFrameMkLst>
        </pc:graphicFrameChg>
      </pc:sldChg>
      <pc:sldChg chg="modSp mod">
        <pc:chgData name="R GIRIDHAR" userId="b3389028c9f914ee" providerId="LiveId" clId="{8CF250E8-AE0F-44BB-8FB6-FE419F5DD7CC}" dt="2026-08-19T11:17:23.078" v="275" actId="14100"/>
        <pc:sldMkLst>
          <pc:docMk/>
          <pc:sldMk cId="4118855268" sldId="260"/>
        </pc:sldMkLst>
        <pc:spChg chg="mod">
          <ac:chgData name="R GIRIDHAR" userId="b3389028c9f914ee" providerId="LiveId" clId="{8CF250E8-AE0F-44BB-8FB6-FE419F5DD7CC}" dt="2026-08-19T11:17:23.078" v="275" actId="14100"/>
          <ac:spMkLst>
            <pc:docMk/>
            <pc:sldMk cId="4118855268" sldId="260"/>
            <ac:spMk id="2" creationId="{3F0303AA-CEE8-2513-1736-59CB3A5EF8E4}"/>
          </ac:spMkLst>
        </pc:spChg>
        <pc:spChg chg="mod">
          <ac:chgData name="R GIRIDHAR" userId="b3389028c9f914ee" providerId="LiveId" clId="{8CF250E8-AE0F-44BB-8FB6-FE419F5DD7CC}" dt="2026-08-19T11:07:20.267" v="247" actId="1076"/>
          <ac:spMkLst>
            <pc:docMk/>
            <pc:sldMk cId="4118855268" sldId="260"/>
            <ac:spMk id="5" creationId="{9EF7CE10-08D9-83CF-7508-12575531E1E0}"/>
          </ac:spMkLst>
        </pc:spChg>
      </pc:sldChg>
      <pc:sldChg chg="addSp delSp modSp mod">
        <pc:chgData name="R GIRIDHAR" userId="b3389028c9f914ee" providerId="LiveId" clId="{8CF250E8-AE0F-44BB-8FB6-FE419F5DD7CC}" dt="2026-08-20T09:14:08.692" v="370" actId="14100"/>
        <pc:sldMkLst>
          <pc:docMk/>
          <pc:sldMk cId="2747969496" sldId="707"/>
        </pc:sldMkLst>
        <pc:spChg chg="mod">
          <ac:chgData name="R GIRIDHAR" userId="b3389028c9f914ee" providerId="LiveId" clId="{8CF250E8-AE0F-44BB-8FB6-FE419F5DD7CC}" dt="2026-08-20T05:25:44.168" v="304"/>
          <ac:spMkLst>
            <pc:docMk/>
            <pc:sldMk cId="2747969496" sldId="707"/>
            <ac:spMk id="4" creationId="{0464AF8D-921C-4B4F-D81E-3B3E6CCF6B90}"/>
          </ac:spMkLst>
        </pc:spChg>
        <pc:spChg chg="mod">
          <ac:chgData name="R GIRIDHAR" userId="b3389028c9f914ee" providerId="LiveId" clId="{8CF250E8-AE0F-44BB-8FB6-FE419F5DD7CC}" dt="2026-08-20T05:25:44.168" v="304"/>
          <ac:spMkLst>
            <pc:docMk/>
            <pc:sldMk cId="2747969496" sldId="707"/>
            <ac:spMk id="5" creationId="{673790EF-7C66-7744-E07C-6F3A02D2DA28}"/>
          </ac:spMkLst>
        </pc:spChg>
        <pc:spChg chg="mod">
          <ac:chgData name="R GIRIDHAR" userId="b3389028c9f914ee" providerId="LiveId" clId="{8CF250E8-AE0F-44BB-8FB6-FE419F5DD7CC}" dt="2026-08-19T11:28:31.114" v="291" actId="113"/>
          <ac:spMkLst>
            <pc:docMk/>
            <pc:sldMk cId="2747969496" sldId="707"/>
            <ac:spMk id="6" creationId="{4341E7AA-66BA-F25A-8163-3D157D2A396C}"/>
          </ac:spMkLst>
        </pc:spChg>
        <pc:spChg chg="mod">
          <ac:chgData name="R GIRIDHAR" userId="b3389028c9f914ee" providerId="LiveId" clId="{8CF250E8-AE0F-44BB-8FB6-FE419F5DD7CC}" dt="2026-08-19T11:08:36.496" v="258" actId="255"/>
          <ac:spMkLst>
            <pc:docMk/>
            <pc:sldMk cId="2747969496" sldId="707"/>
            <ac:spMk id="9" creationId="{9797C6D7-F4DC-4908-B610-D10EE43A9B41}"/>
          </ac:spMkLst>
        </pc:spChg>
        <pc:spChg chg="mod">
          <ac:chgData name="R GIRIDHAR" userId="b3389028c9f914ee" providerId="LiveId" clId="{8CF250E8-AE0F-44BB-8FB6-FE419F5DD7CC}" dt="2026-08-20T05:25:44.168" v="304"/>
          <ac:spMkLst>
            <pc:docMk/>
            <pc:sldMk cId="2747969496" sldId="707"/>
            <ac:spMk id="11" creationId="{6F693DFD-204B-3E65-CB32-1E4894761A4B}"/>
          </ac:spMkLst>
        </pc:spChg>
        <pc:spChg chg="mod">
          <ac:chgData name="R GIRIDHAR" userId="b3389028c9f914ee" providerId="LiveId" clId="{8CF250E8-AE0F-44BB-8FB6-FE419F5DD7CC}" dt="2026-08-20T05:25:44.168" v="304"/>
          <ac:spMkLst>
            <pc:docMk/>
            <pc:sldMk cId="2747969496" sldId="707"/>
            <ac:spMk id="12" creationId="{396D7795-7F6D-2D3C-76C2-CC4C3B3E5304}"/>
          </ac:spMkLst>
        </pc:spChg>
        <pc:spChg chg="mod">
          <ac:chgData name="R GIRIDHAR" userId="b3389028c9f914ee" providerId="LiveId" clId="{8CF250E8-AE0F-44BB-8FB6-FE419F5DD7CC}" dt="2026-08-20T05:25:44.168" v="304"/>
          <ac:spMkLst>
            <pc:docMk/>
            <pc:sldMk cId="2747969496" sldId="707"/>
            <ac:spMk id="13" creationId="{7C9FCDBE-4911-261D-65E3-F9D20D39EFA9}"/>
          </ac:spMkLst>
        </pc:spChg>
        <pc:spChg chg="mod">
          <ac:chgData name="R GIRIDHAR" userId="b3389028c9f914ee" providerId="LiveId" clId="{8CF250E8-AE0F-44BB-8FB6-FE419F5DD7CC}" dt="2026-08-20T05:25:44.168" v="304"/>
          <ac:spMkLst>
            <pc:docMk/>
            <pc:sldMk cId="2747969496" sldId="707"/>
            <ac:spMk id="17" creationId="{32FA7681-7788-59FA-8C09-EECEEED11881}"/>
          </ac:spMkLst>
        </pc:spChg>
        <pc:spChg chg="mod">
          <ac:chgData name="R GIRIDHAR" userId="b3389028c9f914ee" providerId="LiveId" clId="{8CF250E8-AE0F-44BB-8FB6-FE419F5DD7CC}" dt="2026-08-20T05:25:44.168" v="304"/>
          <ac:spMkLst>
            <pc:docMk/>
            <pc:sldMk cId="2747969496" sldId="707"/>
            <ac:spMk id="19" creationId="{2903537B-2526-EFFE-6061-CD9606733E86}"/>
          </ac:spMkLst>
        </pc:spChg>
        <pc:spChg chg="mod">
          <ac:chgData name="R GIRIDHAR" userId="b3389028c9f914ee" providerId="LiveId" clId="{8CF250E8-AE0F-44BB-8FB6-FE419F5DD7CC}" dt="2026-08-20T05:25:38.932" v="302" actId="6549"/>
          <ac:spMkLst>
            <pc:docMk/>
            <pc:sldMk cId="2747969496" sldId="707"/>
            <ac:spMk id="31" creationId="{4D713724-2EA7-CA04-47B9-F63B3DAC496D}"/>
          </ac:spMkLst>
        </pc:spChg>
        <pc:spChg chg="mod">
          <ac:chgData name="R GIRIDHAR" userId="b3389028c9f914ee" providerId="LiveId" clId="{8CF250E8-AE0F-44BB-8FB6-FE419F5DD7CC}" dt="2026-08-20T05:25:44.168" v="304"/>
          <ac:spMkLst>
            <pc:docMk/>
            <pc:sldMk cId="2747969496" sldId="707"/>
            <ac:spMk id="32" creationId="{4FC553A4-4878-BF13-DE7E-416E9BA997DC}"/>
          </ac:spMkLst>
        </pc:spChg>
        <pc:grpChg chg="del mod">
          <ac:chgData name="R GIRIDHAR" userId="b3389028c9f914ee" providerId="LiveId" clId="{8CF250E8-AE0F-44BB-8FB6-FE419F5DD7CC}" dt="2026-08-20T09:13:56.278" v="365" actId="478"/>
          <ac:grpSpMkLst>
            <pc:docMk/>
            <pc:sldMk cId="2747969496" sldId="707"/>
            <ac:grpSpMk id="3" creationId="{7AB3E7C5-835E-E92C-F1DF-B6A001BEA807}"/>
          </ac:grpSpMkLst>
        </pc:grpChg>
        <pc:grpChg chg="del mod">
          <ac:chgData name="R GIRIDHAR" userId="b3389028c9f914ee" providerId="LiveId" clId="{8CF250E8-AE0F-44BB-8FB6-FE419F5DD7CC}" dt="2026-08-20T05:25:42.559" v="303" actId="478"/>
          <ac:grpSpMkLst>
            <pc:docMk/>
            <pc:sldMk cId="2747969496" sldId="707"/>
            <ac:grpSpMk id="8" creationId="{B25CDE63-8DDC-4AC4-7713-9D89D6D0F4B1}"/>
          </ac:grpSpMkLst>
        </pc:grpChg>
        <pc:picChg chg="mod">
          <ac:chgData name="R GIRIDHAR" userId="b3389028c9f914ee" providerId="LiveId" clId="{8CF250E8-AE0F-44BB-8FB6-FE419F5DD7CC}" dt="2026-08-20T05:25:44.168" v="304"/>
          <ac:picMkLst>
            <pc:docMk/>
            <pc:sldMk cId="2747969496" sldId="707"/>
            <ac:picMk id="21" creationId="{41B17126-4C3F-D3AC-F77C-43EB79BBD632}"/>
          </ac:picMkLst>
        </pc:picChg>
        <pc:picChg chg="mod">
          <ac:chgData name="R GIRIDHAR" userId="b3389028c9f914ee" providerId="LiveId" clId="{8CF250E8-AE0F-44BB-8FB6-FE419F5DD7CC}" dt="2026-08-20T05:25:44.168" v="304"/>
          <ac:picMkLst>
            <pc:docMk/>
            <pc:sldMk cId="2747969496" sldId="707"/>
            <ac:picMk id="25" creationId="{6C686784-C14C-A620-1DA1-B039961F5619}"/>
          </ac:picMkLst>
        </pc:picChg>
        <pc:picChg chg="add mod">
          <ac:chgData name="R GIRIDHAR" userId="b3389028c9f914ee" providerId="LiveId" clId="{8CF250E8-AE0F-44BB-8FB6-FE419F5DD7CC}" dt="2026-08-20T09:14:08.692" v="370" actId="14100"/>
          <ac:picMkLst>
            <pc:docMk/>
            <pc:sldMk cId="2747969496" sldId="707"/>
            <ac:picMk id="34" creationId="{39D67219-B61D-E5B5-DA6F-4C5F0C5E94A7}"/>
          </ac:picMkLst>
        </pc:picChg>
      </pc:sldChg>
      <pc:sldChg chg="modSp mod">
        <pc:chgData name="R GIRIDHAR" userId="b3389028c9f914ee" providerId="LiveId" clId="{8CF250E8-AE0F-44BB-8FB6-FE419F5DD7CC}" dt="2026-08-20T05:46:23.031" v="313" actId="20577"/>
        <pc:sldMkLst>
          <pc:docMk/>
          <pc:sldMk cId="3029277067" sldId="902"/>
        </pc:sldMkLst>
        <pc:spChg chg="mod">
          <ac:chgData name="R GIRIDHAR" userId="b3389028c9f914ee" providerId="LiveId" clId="{8CF250E8-AE0F-44BB-8FB6-FE419F5DD7CC}" dt="2026-08-19T11:08:00.538" v="252" actId="1076"/>
          <ac:spMkLst>
            <pc:docMk/>
            <pc:sldMk cId="3029277067" sldId="902"/>
            <ac:spMk id="2" creationId="{C48F0022-391A-4CFC-2851-87E76B37EAC2}"/>
          </ac:spMkLst>
        </pc:spChg>
        <pc:spChg chg="mod">
          <ac:chgData name="R GIRIDHAR" userId="b3389028c9f914ee" providerId="LiveId" clId="{8CF250E8-AE0F-44BB-8FB6-FE419F5DD7CC}" dt="2026-08-19T10:47:31.794" v="71" actId="2711"/>
          <ac:spMkLst>
            <pc:docMk/>
            <pc:sldMk cId="3029277067" sldId="902"/>
            <ac:spMk id="5" creationId="{D067D48F-AE74-32E8-92B9-0583F577BE0B}"/>
          </ac:spMkLst>
        </pc:spChg>
        <pc:graphicFrameChg chg="modGraphic">
          <ac:chgData name="R GIRIDHAR" userId="b3389028c9f914ee" providerId="LiveId" clId="{8CF250E8-AE0F-44BB-8FB6-FE419F5DD7CC}" dt="2026-08-20T05:46:23.031" v="313" actId="20577"/>
          <ac:graphicFrameMkLst>
            <pc:docMk/>
            <pc:sldMk cId="3029277067" sldId="902"/>
            <ac:graphicFrameMk id="4" creationId="{AACD11AD-3AF5-B626-2B60-0567E4585BB7}"/>
          </ac:graphicFrameMkLst>
        </pc:graphicFrameChg>
      </pc:sldChg>
      <pc:sldChg chg="modSp mod">
        <pc:chgData name="R GIRIDHAR" userId="b3389028c9f914ee" providerId="LiveId" clId="{8CF250E8-AE0F-44BB-8FB6-FE419F5DD7CC}" dt="2026-08-19T11:16:33.633" v="267" actId="123"/>
        <pc:sldMkLst>
          <pc:docMk/>
          <pc:sldMk cId="3917782940" sldId="903"/>
        </pc:sldMkLst>
        <pc:spChg chg="mod">
          <ac:chgData name="R GIRIDHAR" userId="b3389028c9f914ee" providerId="LiveId" clId="{8CF250E8-AE0F-44BB-8FB6-FE419F5DD7CC}" dt="2026-08-19T11:16:33.633" v="267" actId="123"/>
          <ac:spMkLst>
            <pc:docMk/>
            <pc:sldMk cId="3917782940" sldId="903"/>
            <ac:spMk id="4" creationId="{2C86F7E9-85D0-E00F-8B5D-27CF0DC34904}"/>
          </ac:spMkLst>
        </pc:spChg>
        <pc:spChg chg="mod">
          <ac:chgData name="R GIRIDHAR" userId="b3389028c9f914ee" providerId="LiveId" clId="{8CF250E8-AE0F-44BB-8FB6-FE419F5DD7CC}" dt="2026-08-19T11:08:09.833" v="253" actId="255"/>
          <ac:spMkLst>
            <pc:docMk/>
            <pc:sldMk cId="3917782940" sldId="903"/>
            <ac:spMk id="5" creationId="{7F508849-A0DD-12D4-FD0D-5322CA138B2F}"/>
          </ac:spMkLst>
        </pc:spChg>
      </pc:sldChg>
      <pc:sldChg chg="delSp modSp mod">
        <pc:chgData name="R GIRIDHAR" userId="b3389028c9f914ee" providerId="LiveId" clId="{8CF250E8-AE0F-44BB-8FB6-FE419F5DD7CC}" dt="2026-08-20T08:45:36.690" v="357" actId="14734"/>
        <pc:sldMkLst>
          <pc:docMk/>
          <pc:sldMk cId="3755574671" sldId="904"/>
        </pc:sldMkLst>
        <pc:graphicFrameChg chg="mod modGraphic">
          <ac:chgData name="R GIRIDHAR" userId="b3389028c9f914ee" providerId="LiveId" clId="{8CF250E8-AE0F-44BB-8FB6-FE419F5DD7CC}" dt="2026-08-20T08:45:36.690" v="357" actId="14734"/>
          <ac:graphicFrameMkLst>
            <pc:docMk/>
            <pc:sldMk cId="3755574671" sldId="904"/>
            <ac:graphicFrameMk id="11" creationId="{AD2106E4-AC00-371E-89D9-BD9F29385174}"/>
          </ac:graphicFrameMkLst>
        </pc:graphicFrameChg>
        <pc:picChg chg="del">
          <ac:chgData name="R GIRIDHAR" userId="b3389028c9f914ee" providerId="LiveId" clId="{8CF250E8-AE0F-44BB-8FB6-FE419F5DD7CC}" dt="2026-08-19T11:01:09.407" v="164" actId="478"/>
          <ac:picMkLst>
            <pc:docMk/>
            <pc:sldMk cId="3755574671" sldId="904"/>
            <ac:picMk id="13" creationId="{681F87D3-3ADD-48C7-A67E-E5FFABFD6E6C}"/>
          </ac:picMkLst>
        </pc:picChg>
      </pc:sldChg>
      <pc:sldChg chg="modSp mod">
        <pc:chgData name="R GIRIDHAR" userId="b3389028c9f914ee" providerId="LiveId" clId="{8CF250E8-AE0F-44BB-8FB6-FE419F5DD7CC}" dt="2026-08-19T11:17:04.933" v="272" actId="123"/>
        <pc:sldMkLst>
          <pc:docMk/>
          <pc:sldMk cId="3485964971" sldId="905"/>
        </pc:sldMkLst>
        <pc:spChg chg="mod">
          <ac:chgData name="R GIRIDHAR" userId="b3389028c9f914ee" providerId="LiveId" clId="{8CF250E8-AE0F-44BB-8FB6-FE419F5DD7CC}" dt="2026-08-19T11:06:40.991" v="243" actId="404"/>
          <ac:spMkLst>
            <pc:docMk/>
            <pc:sldMk cId="3485964971" sldId="905"/>
            <ac:spMk id="2" creationId="{BB6A020E-9785-0A50-C3B0-22EC2BD9D7FF}"/>
          </ac:spMkLst>
        </pc:spChg>
        <pc:spChg chg="mod">
          <ac:chgData name="R GIRIDHAR" userId="b3389028c9f914ee" providerId="LiveId" clId="{8CF250E8-AE0F-44BB-8FB6-FE419F5DD7CC}" dt="2026-08-19T11:17:04.933" v="272" actId="123"/>
          <ac:spMkLst>
            <pc:docMk/>
            <pc:sldMk cId="3485964971" sldId="905"/>
            <ac:spMk id="3" creationId="{B97BFDD8-4DA8-96F4-FEC5-A88387331189}"/>
          </ac:spMkLst>
        </pc:spChg>
      </pc:sldChg>
      <pc:sldChg chg="del">
        <pc:chgData name="R GIRIDHAR" userId="b3389028c9f914ee" providerId="LiveId" clId="{8CF250E8-AE0F-44BB-8FB6-FE419F5DD7CC}" dt="2026-08-19T10:49:30.540" v="77" actId="2696"/>
        <pc:sldMkLst>
          <pc:docMk/>
          <pc:sldMk cId="1593023264" sldId="906"/>
        </pc:sldMkLst>
      </pc:sldChg>
      <pc:sldChg chg="addSp delSp modSp mod">
        <pc:chgData name="R GIRIDHAR" userId="b3389028c9f914ee" providerId="LiveId" clId="{8CF250E8-AE0F-44BB-8FB6-FE419F5DD7CC}" dt="2026-08-20T09:12:42.163" v="360" actId="113"/>
        <pc:sldMkLst>
          <pc:docMk/>
          <pc:sldMk cId="4259017050" sldId="907"/>
        </pc:sldMkLst>
        <pc:spChg chg="mod">
          <ac:chgData name="R GIRIDHAR" userId="b3389028c9f914ee" providerId="LiveId" clId="{8CF250E8-AE0F-44BB-8FB6-FE419F5DD7CC}" dt="2026-08-19T11:07:37.425" v="248" actId="255"/>
          <ac:spMkLst>
            <pc:docMk/>
            <pc:sldMk cId="4259017050" sldId="907"/>
            <ac:spMk id="2" creationId="{140532BA-1F0E-A09F-4B5E-89F192D7621F}"/>
          </ac:spMkLst>
        </pc:spChg>
        <pc:spChg chg="add del mod">
          <ac:chgData name="R GIRIDHAR" userId="b3389028c9f914ee" providerId="LiveId" clId="{8CF250E8-AE0F-44BB-8FB6-FE419F5DD7CC}" dt="2026-08-19T10:50:32.604" v="82"/>
          <ac:spMkLst>
            <pc:docMk/>
            <pc:sldMk cId="4259017050" sldId="907"/>
            <ac:spMk id="4" creationId="{5598CE7B-22CB-151C-89C4-E062BC9E24F0}"/>
          </ac:spMkLst>
        </pc:spChg>
        <pc:spChg chg="add del mod">
          <ac:chgData name="R GIRIDHAR" userId="b3389028c9f914ee" providerId="LiveId" clId="{8CF250E8-AE0F-44BB-8FB6-FE419F5DD7CC}" dt="2026-08-19T10:52:56.925" v="91" actId="478"/>
          <ac:spMkLst>
            <pc:docMk/>
            <pc:sldMk cId="4259017050" sldId="907"/>
            <ac:spMk id="10" creationId="{756CB331-73F6-364D-1D1F-EF9DA2C8FB98}"/>
          </ac:spMkLst>
        </pc:spChg>
        <pc:graphicFrameChg chg="add del mod modGraphic">
          <ac:chgData name="R GIRIDHAR" userId="b3389028c9f914ee" providerId="LiveId" clId="{8CF250E8-AE0F-44BB-8FB6-FE419F5DD7CC}" dt="2026-08-20T09:12:42.163" v="360" actId="113"/>
          <ac:graphicFrameMkLst>
            <pc:docMk/>
            <pc:sldMk cId="4259017050" sldId="907"/>
            <ac:graphicFrameMk id="5" creationId="{DE0C2BE5-F991-C4CF-492E-035EFC46FF2A}"/>
          </ac:graphicFrameMkLst>
        </pc:graphicFrameChg>
        <pc:graphicFrameChg chg="del">
          <ac:chgData name="R GIRIDHAR" userId="b3389028c9f914ee" providerId="LiveId" clId="{8CF250E8-AE0F-44BB-8FB6-FE419F5DD7CC}" dt="2026-08-19T10:49:44.620" v="81" actId="478"/>
          <ac:graphicFrameMkLst>
            <pc:docMk/>
            <pc:sldMk cId="4259017050" sldId="907"/>
            <ac:graphicFrameMk id="9" creationId="{FD175A3C-CA77-B0B8-A901-8EF09E4B573F}"/>
          </ac:graphicFrameMkLst>
        </pc:graphicFrameChg>
      </pc:sldChg>
      <pc:sldChg chg="addSp delSp modSp mod">
        <pc:chgData name="R GIRIDHAR" userId="b3389028c9f914ee" providerId="LiveId" clId="{8CF250E8-AE0F-44BB-8FB6-FE419F5DD7CC}" dt="2026-08-19T11:16:16.724" v="266" actId="20577"/>
        <pc:sldMkLst>
          <pc:docMk/>
          <pc:sldMk cId="1824519897" sldId="908"/>
        </pc:sldMkLst>
        <pc:spChg chg="mod">
          <ac:chgData name="R GIRIDHAR" userId="b3389028c9f914ee" providerId="LiveId" clId="{8CF250E8-AE0F-44BB-8FB6-FE419F5DD7CC}" dt="2026-08-19T11:16:16.724" v="266" actId="20577"/>
          <ac:spMkLst>
            <pc:docMk/>
            <pc:sldMk cId="1824519897" sldId="908"/>
            <ac:spMk id="2" creationId="{A45A70FE-0BFE-9E02-F5ED-A80802B673E1}"/>
          </ac:spMkLst>
        </pc:spChg>
        <pc:spChg chg="add del mod">
          <ac:chgData name="R GIRIDHAR" userId="b3389028c9f914ee" providerId="LiveId" clId="{8CF250E8-AE0F-44BB-8FB6-FE419F5DD7CC}" dt="2026-08-19T10:48:09.101" v="74" actId="478"/>
          <ac:spMkLst>
            <pc:docMk/>
            <pc:sldMk cId="1824519897" sldId="908"/>
            <ac:spMk id="4" creationId="{2A78406D-3E75-5EC8-19E7-0BA998674F52}"/>
          </ac:spMkLst>
        </pc:spChg>
        <pc:spChg chg="mod">
          <ac:chgData name="R GIRIDHAR" userId="b3389028c9f914ee" providerId="LiveId" clId="{8CF250E8-AE0F-44BB-8FB6-FE419F5DD7CC}" dt="2026-08-19T11:08:29.083" v="257" actId="255"/>
          <ac:spMkLst>
            <pc:docMk/>
            <pc:sldMk cId="1824519897" sldId="908"/>
            <ac:spMk id="5" creationId="{8DBD4C9C-9DEB-26F4-AA75-F51C06DD64DC}"/>
          </ac:spMkLst>
        </pc:spChg>
        <pc:spChg chg="mod">
          <ac:chgData name="R GIRIDHAR" userId="b3389028c9f914ee" providerId="LiveId" clId="{8CF250E8-AE0F-44BB-8FB6-FE419F5DD7CC}" dt="2026-08-19T10:48:31.064" v="76" actId="2711"/>
          <ac:spMkLst>
            <pc:docMk/>
            <pc:sldMk cId="1824519897" sldId="908"/>
            <ac:spMk id="6" creationId="{6A760DF0-198E-0049-8024-04A79EF4587C}"/>
          </ac:spMkLst>
        </pc:spChg>
      </pc:sldChg>
      <pc:sldChg chg="addSp delSp modSp mod">
        <pc:chgData name="R GIRIDHAR" userId="b3389028c9f914ee" providerId="LiveId" clId="{8CF250E8-AE0F-44BB-8FB6-FE419F5DD7CC}" dt="2026-08-20T09:17:40.381" v="378" actId="14100"/>
        <pc:sldMkLst>
          <pc:docMk/>
          <pc:sldMk cId="3044234612" sldId="909"/>
        </pc:sldMkLst>
        <pc:spChg chg="mod">
          <ac:chgData name="R GIRIDHAR" userId="b3389028c9f914ee" providerId="LiveId" clId="{8CF250E8-AE0F-44BB-8FB6-FE419F5DD7CC}" dt="2026-08-20T05:26:31.496" v="308" actId="768"/>
          <ac:spMkLst>
            <pc:docMk/>
            <pc:sldMk cId="3044234612" sldId="909"/>
            <ac:spMk id="16" creationId="{500C0830-A1CA-96AE-68D2-18C57ABE4802}"/>
          </ac:spMkLst>
        </pc:spChg>
        <pc:spChg chg="mod">
          <ac:chgData name="R GIRIDHAR" userId="b3389028c9f914ee" providerId="LiveId" clId="{8CF250E8-AE0F-44BB-8FB6-FE419F5DD7CC}" dt="2026-08-19T11:28:26.875" v="290" actId="113"/>
          <ac:spMkLst>
            <pc:docMk/>
            <pc:sldMk cId="3044234612" sldId="909"/>
            <ac:spMk id="35" creationId="{8FB49AA0-2464-6225-6B6C-063F9A6ECD20}"/>
          </ac:spMkLst>
        </pc:spChg>
        <pc:grpChg chg="mod">
          <ac:chgData name="R GIRIDHAR" userId="b3389028c9f914ee" providerId="LiveId" clId="{8CF250E8-AE0F-44BB-8FB6-FE419F5DD7CC}" dt="2026-08-20T09:17:35.645" v="377" actId="1076"/>
          <ac:grpSpMkLst>
            <pc:docMk/>
            <pc:sldMk cId="3044234612" sldId="909"/>
            <ac:grpSpMk id="21" creationId="{B5A8CA37-C090-A9D8-75D0-A7A7D5DEBE24}"/>
          </ac:grpSpMkLst>
        </pc:grpChg>
        <pc:graphicFrameChg chg="mod modGraphic">
          <ac:chgData name="R GIRIDHAR" userId="b3389028c9f914ee" providerId="LiveId" clId="{8CF250E8-AE0F-44BB-8FB6-FE419F5DD7CC}" dt="2026-08-20T09:17:40.381" v="378" actId="14100"/>
          <ac:graphicFrameMkLst>
            <pc:docMk/>
            <pc:sldMk cId="3044234612" sldId="909"/>
            <ac:graphicFrameMk id="18" creationId="{BD22BC4D-4857-7D81-7819-37B7BB426420}"/>
          </ac:graphicFrameMkLst>
        </pc:graphicFrameChg>
        <pc:picChg chg="add del">
          <ac:chgData name="R GIRIDHAR" userId="b3389028c9f914ee" providerId="LiveId" clId="{8CF250E8-AE0F-44BB-8FB6-FE419F5DD7CC}" dt="2026-08-19T11:28:22.598" v="289" actId="22"/>
          <ac:picMkLst>
            <pc:docMk/>
            <pc:sldMk cId="3044234612" sldId="909"/>
            <ac:picMk id="3" creationId="{927E1868-DD5C-3923-DB1D-7A462A51A2BB}"/>
          </ac:picMkLst>
        </pc:picChg>
      </pc:sldChg>
      <pc:sldChg chg="addSp delSp modSp new mod">
        <pc:chgData name="R GIRIDHAR" userId="b3389028c9f914ee" providerId="LiveId" clId="{8CF250E8-AE0F-44BB-8FB6-FE419F5DD7CC}" dt="2026-08-19T11:27:59.465" v="287" actId="14100"/>
        <pc:sldMkLst>
          <pc:docMk/>
          <pc:sldMk cId="1981474973" sldId="910"/>
        </pc:sldMkLst>
        <pc:spChg chg="add del mod">
          <ac:chgData name="R GIRIDHAR" userId="b3389028c9f914ee" providerId="LiveId" clId="{8CF250E8-AE0F-44BB-8FB6-FE419F5DD7CC}" dt="2026-08-19T11:27:56.936" v="286" actId="1076"/>
          <ac:spMkLst>
            <pc:docMk/>
            <pc:sldMk cId="1981474973" sldId="910"/>
            <ac:spMk id="2" creationId="{602A9BA3-6273-E25B-6831-1F64FD85673D}"/>
          </ac:spMkLst>
        </pc:spChg>
        <pc:spChg chg="del">
          <ac:chgData name="R GIRIDHAR" userId="b3389028c9f914ee" providerId="LiveId" clId="{8CF250E8-AE0F-44BB-8FB6-FE419F5DD7CC}" dt="2026-08-19T11:02:03.269" v="171" actId="22"/>
          <ac:spMkLst>
            <pc:docMk/>
            <pc:sldMk cId="1981474973" sldId="910"/>
            <ac:spMk id="3" creationId="{6A903A58-B8E6-BF25-C7E3-EA17DDB98F5F}"/>
          </ac:spMkLst>
        </pc:spChg>
        <pc:spChg chg="mod">
          <ac:chgData name="R GIRIDHAR" userId="b3389028c9f914ee" providerId="LiveId" clId="{8CF250E8-AE0F-44BB-8FB6-FE419F5DD7CC}" dt="2026-08-19T11:04:42.845" v="195" actId="2711"/>
          <ac:spMkLst>
            <pc:docMk/>
            <pc:sldMk cId="1981474973" sldId="910"/>
            <ac:spMk id="4" creationId="{A89E6BA6-C6A9-ABB7-C3A8-DEB8758739DE}"/>
          </ac:spMkLst>
        </pc:spChg>
        <pc:spChg chg="add del mod">
          <ac:chgData name="R GIRIDHAR" userId="b3389028c9f914ee" providerId="LiveId" clId="{8CF250E8-AE0F-44BB-8FB6-FE419F5DD7CC}" dt="2026-08-19T11:27:43.971" v="281" actId="22"/>
          <ac:spMkLst>
            <pc:docMk/>
            <pc:sldMk cId="1981474973" sldId="910"/>
            <ac:spMk id="9" creationId="{8FC391BA-8EDB-104C-0638-856D8C45D0CE}"/>
          </ac:spMkLst>
        </pc:spChg>
        <pc:picChg chg="add del mod ord">
          <ac:chgData name="R GIRIDHAR" userId="b3389028c9f914ee" providerId="LiveId" clId="{8CF250E8-AE0F-44BB-8FB6-FE419F5DD7CC}" dt="2026-08-19T11:27:41.642" v="280" actId="478"/>
          <ac:picMkLst>
            <pc:docMk/>
            <pc:sldMk cId="1981474973" sldId="910"/>
            <ac:picMk id="7" creationId="{D7E9F056-F2D3-770D-8423-59626BA5BAFB}"/>
          </ac:picMkLst>
        </pc:picChg>
        <pc:picChg chg="add mod ord">
          <ac:chgData name="R GIRIDHAR" userId="b3389028c9f914ee" providerId="LiveId" clId="{8CF250E8-AE0F-44BB-8FB6-FE419F5DD7CC}" dt="2026-08-19T11:27:59.465" v="287" actId="14100"/>
          <ac:picMkLst>
            <pc:docMk/>
            <pc:sldMk cId="1981474973" sldId="910"/>
            <ac:picMk id="11" creationId="{E40A1F16-8CEA-4AEE-87EA-20E69A47396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830144-1B45-DAB1-394B-F2C3E22388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1FDD385-5B26-87D3-E354-BE6BF55142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C96921-92F3-49F4-9936-7884EE3F21CF}" type="datetimeFigureOut">
              <a:rPr lang="en-IN" smtClean="0"/>
              <a:t>20-08-2026</a:t>
            </a:fld>
            <a:endParaRPr lang="en-IN"/>
          </a:p>
        </p:txBody>
      </p:sp>
      <p:sp>
        <p:nvSpPr>
          <p:cNvPr id="4" name="Footer Placeholder 3">
            <a:extLst>
              <a:ext uri="{FF2B5EF4-FFF2-40B4-BE49-F238E27FC236}">
                <a16:creationId xmlns:a16="http://schemas.microsoft.com/office/drawing/2014/main" id="{E1F420C0-4CBC-96A1-AF4F-B18C406A1C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EBF801A-E4D6-D96D-14F1-1C24577D85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C7432A-17A1-4FF3-ADF0-C176E00C6EFE}" type="slidenum">
              <a:rPr lang="en-IN" smtClean="0"/>
              <a:t>‹#›</a:t>
            </a:fld>
            <a:endParaRPr lang="en-IN"/>
          </a:p>
        </p:txBody>
      </p:sp>
    </p:spTree>
    <p:extLst>
      <p:ext uri="{BB962C8B-B14F-4D97-AF65-F5344CB8AC3E}">
        <p14:creationId xmlns:p14="http://schemas.microsoft.com/office/powerpoint/2010/main" val="17819764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902983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C5BB1F8D-F84B-4341-A2A8-50C81FA72D7F}" type="datetime3">
              <a:rPr lang="en-US" smtClean="0"/>
              <a:t>20 August 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4C664577-C552-4A7C-97EC-E8E900EDDBDA}" type="datetime3">
              <a:rPr lang="en-US" smtClean="0"/>
              <a:t>20 August 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90DE1E2B-00CC-4511-88BB-E95F23FC975C}" type="datetime3">
              <a:rPr lang="en-US" smtClean="0"/>
              <a:t>20 August 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D4BF7CC-0677-4E5A-BB2D-3408570A0B4E}" type="datetime3">
              <a:rPr lang="en-US" smtClean="0"/>
              <a:t>20 August 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BD0A0921-4F20-4EC5-BF65-05AF08A4FD60}" type="datetime3">
              <a:rPr lang="en-US" smtClean="0"/>
              <a:t>20 August 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SOA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6A3955F1-95B0-4E7A-AF80-99A0333E8FF3}" type="datetime3">
              <a:rPr lang="en-US" smtClean="0"/>
              <a:t>20 August 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SOA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8C1AD60-C4F6-41BA-8AD5-B97969A0666E}" type="datetime3">
              <a:rPr lang="en-US" smtClean="0"/>
              <a:t>20 August 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SOA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A4F90FA4-BA6C-4C68-86F5-D70C1B2F9BD9}" type="datetime3">
              <a:rPr lang="en-US" smtClean="0"/>
              <a:t>20 August 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C208108E-893D-45AB-BB65-F3130EE4EC78}" type="datetime3">
              <a:rPr lang="en-US" smtClean="0"/>
              <a:t>20 August 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SOA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DF3A9FE0-92D2-471F-B7F1-3F702186C726}" type="datetime3">
              <a:rPr lang="en-US" smtClean="0"/>
              <a:t>20 August 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214052A4-FC3F-4982-8B95-8B0AC538B1E0}" type="datetime3">
              <a:rPr lang="en-US" smtClean="0"/>
              <a:t>20 August 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SOA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3E4622-678C-4BF0-9DBF-6179B163D64B}"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834CB-643F-4D82-979F-B94FFB09D487}"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06792-2D16-46EE-9FC0-21767D89725A}"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40C13F-8FB2-4C54-968F-1E720082C1DA}"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D50C6B-81F8-41C2-A321-DD55422B0F5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SOA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BFE5B2-6AE3-4108-988D-C49AC8CE2B8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SOA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B48B6-069A-443D-8F11-052E8960337B}"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SOA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FE3DF-C3FA-4E61-88E5-5B861FB0A451}"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FB886-6548-4711-BFFA-B6F39CE49B0A}"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SOA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BA9103-0725-41ED-BFA8-740A2E69E00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FCE705-E733-4927-B70F-84A8A4D0B630}"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SOA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4D4F9C-9864-4D6A-BAE0-4457838446D3}" type="datetime3">
              <a:rPr lang="en-US" smtClean="0"/>
              <a:t>20 August 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SOA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21A743-6E81-4ACF-B6A3-7AFB24F32B7B}"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SOA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00110"/>
          </a:xfrm>
          <a:prstGeom prst="rect">
            <a:avLst/>
          </a:prstGeom>
          <a:noFill/>
          <a:effectLst>
            <a:glow rad="139700">
              <a:schemeClr val="accent2">
                <a:satMod val="175000"/>
                <a:alpha val="40000"/>
              </a:schemeClr>
            </a:glow>
          </a:effectLst>
        </p:spPr>
        <p:txBody>
          <a:bodyPr wrap="square">
            <a:spAutoFit/>
          </a:bodyPr>
          <a:lstStyle/>
          <a:p>
            <a:pPr algn="ctr"/>
            <a:r>
              <a:rPr lang="en-IN" sz="2000" b="1" dirty="0">
                <a:solidFill>
                  <a:srgbClr val="C00000"/>
                </a:solidFill>
                <a:latin typeface="Times New Roman" panose="02020603050405020304" pitchFamily="18" charset="0"/>
                <a:cs typeface="Times New Roman" panose="02020603050405020304" pitchFamily="18" charset="0"/>
              </a:rPr>
              <a:t>Thursday, 20 August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783168372"/>
              </p:ext>
            </p:extLst>
          </p:nvPr>
        </p:nvGraphicFramePr>
        <p:xfrm>
          <a:off x="8266109" y="4819511"/>
          <a:ext cx="3599172" cy="1227632"/>
        </p:xfrm>
        <a:graphic>
          <a:graphicData uri="http://schemas.openxmlformats.org/drawingml/2006/table">
            <a:tbl>
              <a:tblPr firstRow="1" bandRow="1">
                <a:tableStyleId>{5940675A-B579-460E-94D1-54222C63F5DA}</a:tableStyleId>
              </a:tblPr>
              <a:tblGrid>
                <a:gridCol w="3599172">
                  <a:extLst>
                    <a:ext uri="{9D8B030D-6E8A-4147-A177-3AD203B41FA5}">
                      <a16:colId xmlns:a16="http://schemas.microsoft.com/office/drawing/2014/main" val="40058472"/>
                    </a:ext>
                  </a:extLst>
                </a:gridCol>
              </a:tblGrid>
              <a:tr h="1227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Pranathi - 2420030043</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R.L.S. Giridhar - 2420030171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D. Krishna Chaitanya –2420090077</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97321" y="4713070"/>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SOA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latin typeface="Times New Roman" panose="02020603050405020304" pitchFamily="18" charset="0"/>
                <a:cs typeface="Times New Roman" panose="02020603050405020304" pitchFamily="18" charset="0"/>
              </a:rPr>
              <a:t>1</a:t>
            </a:fld>
            <a:endParaRPr lang="en-I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HealthVerse AI: An Agentic Digital Healthcare Ecosystem for Predictive Health Monitoring and Personalized Wellness</a:t>
            </a:r>
            <a:endParaRPr kumimoji="0" lang="en-US" sz="36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3044234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797C6D7-F4DC-4908-B610-D10EE43A9B41}"/>
              </a:ext>
            </a:extLst>
          </p:cNvPr>
          <p:cNvSpPr txBox="1"/>
          <p:nvPr/>
        </p:nvSpPr>
        <p:spPr>
          <a:xfrm>
            <a:off x="2587637" y="133952"/>
            <a:ext cx="5854242"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4000" b="1" i="0" u="none" strike="noStrike" kern="1200" cap="none" spc="0" normalizeH="0" baseline="0" noProof="0" dirty="0">
                <a:ln w="0"/>
                <a:solidFill>
                  <a:srgbClr val="FF0000"/>
                </a:solidFill>
                <a:effectLst/>
                <a:uLnTx/>
                <a:uFillTx/>
                <a:latin typeface="Times New Roman" panose="02020603050405020304" pitchFamily="18" charset="0"/>
                <a:ea typeface="Cambria"/>
                <a:cs typeface="Times New Roman" panose="02020603050405020304" pitchFamily="18" charset="0"/>
              </a:rPr>
              <a:t>Outline of Research Work</a:t>
            </a:r>
          </a:p>
        </p:txBody>
      </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7"/>
          <a:stretch>
            <a:fillRect/>
          </a:stretch>
        </p:blipFill>
        <p:spPr>
          <a:xfrm>
            <a:off x="10249380" y="0"/>
            <a:ext cx="1901110" cy="622550"/>
          </a:xfrm>
          <a:prstGeom prst="rect">
            <a:avLst/>
          </a:prstGeom>
        </p:spPr>
      </p:pic>
      <p:sp>
        <p:nvSpPr>
          <p:cNvPr id="2" name="Slide Number Placeholder 1">
            <a:extLst>
              <a:ext uri="{FF2B5EF4-FFF2-40B4-BE49-F238E27FC236}">
                <a16:creationId xmlns:a16="http://schemas.microsoft.com/office/drawing/2014/main" id="{793E1BA3-88E7-0EA5-0336-FC195DA11A57}"/>
              </a:ext>
            </a:extLst>
          </p:cNvPr>
          <p:cNvSpPr>
            <a:spLocks noGrp="1"/>
          </p:cNvSpPr>
          <p:nvPr>
            <p:ph type="sldNum" sz="quarter" idx="12"/>
          </p:nvPr>
        </p:nvSpPr>
        <p:spPr/>
        <p:txBody>
          <a:bodyPr/>
          <a:lstStyle/>
          <a:p>
            <a:fld id="{01AD1135-6E10-4422-AC8B-257B84239C9C}" type="slidenum">
              <a:rPr lang="en-IN" smtClean="0"/>
              <a:t>2</a:t>
            </a:fld>
            <a:endParaRPr lang="en-IN" dirty="0"/>
          </a:p>
        </p:txBody>
      </p:sp>
      <p:sp>
        <p:nvSpPr>
          <p:cNvPr id="6" name="Footer Placeholder 5">
            <a:extLst>
              <a:ext uri="{FF2B5EF4-FFF2-40B4-BE49-F238E27FC236}">
                <a16:creationId xmlns:a16="http://schemas.microsoft.com/office/drawing/2014/main" id="{4341E7AA-66BA-F25A-8163-3D157D2A396C}"/>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SOA REVIEW-1</a:t>
            </a:r>
          </a:p>
        </p:txBody>
      </p:sp>
      <p:pic>
        <p:nvPicPr>
          <p:cNvPr id="34" name="Picture 33">
            <a:extLst>
              <a:ext uri="{FF2B5EF4-FFF2-40B4-BE49-F238E27FC236}">
                <a16:creationId xmlns:a16="http://schemas.microsoft.com/office/drawing/2014/main" id="{39D67219-B61D-E5B5-DA6F-4C5F0C5E94A7}"/>
              </a:ext>
            </a:extLst>
          </p:cNvPr>
          <p:cNvPicPr>
            <a:picLocks noChangeAspect="1"/>
          </p:cNvPicPr>
          <p:nvPr/>
        </p:nvPicPr>
        <p:blipFill>
          <a:blip r:embed="rId8"/>
          <a:stretch>
            <a:fillRect/>
          </a:stretch>
        </p:blipFill>
        <p:spPr>
          <a:xfrm>
            <a:off x="1822678" y="987399"/>
            <a:ext cx="7626122" cy="4883201"/>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2438891" y="276999"/>
            <a:ext cx="7314217"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45A70FE-0BFE-9E02-F5ED-A80802B673E1}"/>
              </a:ext>
            </a:extLst>
          </p:cNvPr>
          <p:cNvSpPr txBox="1"/>
          <p:nvPr/>
        </p:nvSpPr>
        <p:spPr>
          <a:xfrm>
            <a:off x="998220" y="948690"/>
            <a:ext cx="10195560" cy="563231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Current digital healthcare applications often provide separate services such as </a:t>
            </a:r>
            <a:r>
              <a:rPr lang="en-IN" b="1" dirty="0">
                <a:latin typeface="Times New Roman" panose="02020603050405020304" pitchFamily="18" charset="0"/>
                <a:cs typeface="Times New Roman" panose="02020603050405020304" pitchFamily="18" charset="0"/>
              </a:rPr>
              <a:t>fitness tracking, symptom analysis, medication reminders, health monitoring, and basic health assistance</a:t>
            </a:r>
            <a:r>
              <a:rPr lang="en-IN" dirty="0">
                <a:latin typeface="Times New Roman" panose="02020603050405020304" pitchFamily="18" charset="0"/>
                <a:cs typeface="Times New Roman" panose="02020603050405020304" pitchFamily="18" charset="0"/>
              </a:rPr>
              <a:t>, but they </a:t>
            </a:r>
            <a:r>
              <a:rPr lang="en-IN" b="1" dirty="0">
                <a:latin typeface="Times New Roman" panose="02020603050405020304" pitchFamily="18" charset="0"/>
                <a:cs typeface="Times New Roman" panose="02020603050405020304" pitchFamily="18" charset="0"/>
              </a:rPr>
              <a:t>lack a unified and intelligent system for continuously </a:t>
            </a:r>
            <a:r>
              <a:rPr lang="en-IN" b="1" dirty="0" err="1">
                <a:latin typeface="Times New Roman" panose="02020603050405020304" pitchFamily="18" charset="0"/>
                <a:cs typeface="Times New Roman" panose="02020603050405020304" pitchFamily="18" charset="0"/>
              </a:rPr>
              <a:t>analyzing</a:t>
            </a:r>
            <a:r>
              <a:rPr lang="en-IN" b="1" dirty="0">
                <a:latin typeface="Times New Roman" panose="02020603050405020304" pitchFamily="18" charset="0"/>
                <a:cs typeface="Times New Roman" panose="02020603050405020304" pitchFamily="18" charset="0"/>
              </a:rPr>
              <a:t> diverse health and lifestyle parameters.</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Health-related data is often distributed across </a:t>
            </a:r>
            <a:r>
              <a:rPr lang="en-IN" b="1" dirty="0">
                <a:latin typeface="Times New Roman" panose="02020603050405020304" pitchFamily="18" charset="0"/>
                <a:cs typeface="Times New Roman" panose="02020603050405020304" pitchFamily="18" charset="0"/>
              </a:rPr>
              <a:t>multiple platforms</a:t>
            </a:r>
            <a:r>
              <a:rPr lang="en-IN" dirty="0">
                <a:latin typeface="Times New Roman" panose="02020603050405020304" pitchFamily="18" charset="0"/>
                <a:cs typeface="Times New Roman" panose="02020603050405020304" pitchFamily="18" charset="0"/>
              </a:rPr>
              <a:t>, making it difficult to obtain a comprehensive view of an individual's health status and identify potential risks at an early stage. Furthermore, many existing systems offer generic recommendations that do not adequately consider a user's medical history, lifestyle habits, fitness activities, nutrition, sleep patterns, and wellness goals. Therefore, there is a need for an </a:t>
            </a:r>
            <a:r>
              <a:rPr lang="en-IN" b="1" dirty="0">
                <a:latin typeface="Times New Roman" panose="02020603050405020304" pitchFamily="18" charset="0"/>
                <a:cs typeface="Times New Roman" panose="02020603050405020304" pitchFamily="18" charset="0"/>
              </a:rPr>
              <a:t>intelligent digital healthcare ecosystem</a:t>
            </a:r>
            <a:r>
              <a:rPr lang="en-IN" dirty="0">
                <a:latin typeface="Times New Roman" panose="02020603050405020304" pitchFamily="18" charset="0"/>
                <a:cs typeface="Times New Roman" panose="02020603050405020304" pitchFamily="18" charset="0"/>
              </a:rPr>
              <a:t> that can integrate health data, continuously monitor health patterns, predict potential wellness risks,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medical reports, and provide personalized recommendations through </a:t>
            </a:r>
            <a:r>
              <a:rPr lang="en-IN" b="1" dirty="0">
                <a:latin typeface="Times New Roman" panose="02020603050405020304" pitchFamily="18" charset="0"/>
                <a:cs typeface="Times New Roman" panose="02020603050405020304" pitchFamily="18" charset="0"/>
              </a:rPr>
              <a:t>Agentic AI-driven assistance and multi-agent collaboration.</a:t>
            </a:r>
          </a:p>
          <a:p>
            <a:pPr algn="just"/>
            <a:endParaRPr lang="en-IN" sz="16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Motivation</a:t>
            </a:r>
          </a:p>
          <a:p>
            <a:pPr algn="just"/>
            <a:r>
              <a:rPr lang="en-IN" dirty="0"/>
              <a:t>• </a:t>
            </a:r>
            <a:r>
              <a:rPr lang="en-IN" dirty="0">
                <a:latin typeface="Times New Roman" panose="02020603050405020304" pitchFamily="18" charset="0"/>
                <a:cs typeface="Times New Roman" panose="02020603050405020304" pitchFamily="18" charset="0"/>
              </a:rPr>
              <a:t>To develop a proactive healthcare platform that goes beyond traditional health monitoring and promotes preventive healthcare.</a:t>
            </a:r>
          </a:p>
          <a:p>
            <a:pPr algn="just"/>
            <a:r>
              <a:rPr lang="en-IN" dirty="0">
                <a:latin typeface="Times New Roman" panose="02020603050405020304" pitchFamily="18" charset="0"/>
                <a:cs typeface="Times New Roman" panose="02020603050405020304" pitchFamily="18" charset="0"/>
              </a:rPr>
              <a:t>• To enable early identification of potential health and wellness risks through predictive analytics and continuous health assessment.</a:t>
            </a:r>
          </a:p>
          <a:p>
            <a:pPr algn="just"/>
            <a:r>
              <a:rPr lang="en-IN" dirty="0">
                <a:latin typeface="Times New Roman" panose="02020603050405020304" pitchFamily="18" charset="0"/>
                <a:cs typeface="Times New Roman" panose="02020603050405020304" pitchFamily="18" charset="0"/>
              </a:rPr>
              <a:t>• To provide personalized recommendations for nutrition, fitness, medication management, sleep improvement, and overall well-being.</a:t>
            </a:r>
          </a:p>
          <a:p>
            <a:pPr algn="just"/>
            <a:r>
              <a:rPr lang="en-IN" dirty="0">
                <a:latin typeface="Times New Roman" panose="02020603050405020304" pitchFamily="18" charset="0"/>
                <a:cs typeface="Times New Roman" panose="02020603050405020304" pitchFamily="18" charset="0"/>
              </a:rPr>
              <a:t>• To utilize Agentic AI and multi-agent collaboration for intelligent health analysis, decision support, and personalized healthcare guidance.</a:t>
            </a:r>
          </a:p>
        </p:txBody>
      </p:sp>
      <p:sp>
        <p:nvSpPr>
          <p:cNvPr id="6" name="Footer Placeholder 5">
            <a:extLst>
              <a:ext uri="{FF2B5EF4-FFF2-40B4-BE49-F238E27FC236}">
                <a16:creationId xmlns:a16="http://schemas.microsoft.com/office/drawing/2014/main" id="{6A760DF0-198E-0049-8024-04A79EF4587C}"/>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7" name="Slide Number Placeholder 6">
            <a:extLst>
              <a:ext uri="{FF2B5EF4-FFF2-40B4-BE49-F238E27FC236}">
                <a16:creationId xmlns:a16="http://schemas.microsoft.com/office/drawing/2014/main" id="{B8BE1750-C4D9-554E-B5D0-93887A60C90E}"/>
              </a:ext>
            </a:extLst>
          </p:cNvPr>
          <p:cNvSpPr>
            <a:spLocks noGrp="1"/>
          </p:cNvSpPr>
          <p:nvPr>
            <p:ph type="sldNum" sz="quarter" idx="12"/>
          </p:nvPr>
        </p:nvSpPr>
        <p:spPr/>
        <p:txBody>
          <a:bodyPr/>
          <a:lstStyle/>
          <a:p>
            <a:fld id="{E639234F-78F1-4984-9C4D-D4C7AB587871}" type="slidenum">
              <a:rPr lang="en-US" smtClean="0"/>
              <a:t>3</a:t>
            </a:fld>
            <a:endParaRPr lang="en-US"/>
          </a:p>
        </p:txBody>
      </p:sp>
    </p:spTree>
    <p:extLst>
      <p:ext uri="{BB962C8B-B14F-4D97-AF65-F5344CB8AC3E}">
        <p14:creationId xmlns:p14="http://schemas.microsoft.com/office/powerpoint/2010/main" val="1824519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909104" y="196928"/>
            <a:ext cx="6096000"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Content Placeholder 3">
            <a:extLst>
              <a:ext uri="{FF2B5EF4-FFF2-40B4-BE49-F238E27FC236}">
                <a16:creationId xmlns:a16="http://schemas.microsoft.com/office/drawing/2014/main" id="{2C86F7E9-85D0-E00F-8B5D-27CF0DC34904}"/>
              </a:ext>
            </a:extLst>
          </p:cNvPr>
          <p:cNvSpPr>
            <a:spLocks noGrp="1"/>
          </p:cNvSpPr>
          <p:nvPr>
            <p:ph idx="1"/>
          </p:nvPr>
        </p:nvSpPr>
        <p:spPr>
          <a:xfrm>
            <a:off x="676656" y="1074472"/>
            <a:ext cx="11091672" cy="4609246"/>
          </a:xfrm>
        </p:spPr>
        <p:txBody>
          <a:bodyPr>
            <a:noAutofit/>
          </a:bodyPr>
          <a:lstStyle/>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develop an intelligent healthcare ecosystem</a:t>
            </a:r>
            <a:r>
              <a:rPr lang="en-IN" sz="1800" dirty="0">
                <a:latin typeface="Times New Roman" panose="02020603050405020304" pitchFamily="18" charset="0"/>
                <a:cs typeface="Times New Roman" panose="02020603050405020304" pitchFamily="18" charset="0"/>
              </a:rPr>
              <a:t> that continuously monitors and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user health data to support preventive healthcare and overall well-being.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implement a multi-agent AI framework</a:t>
            </a:r>
            <a:r>
              <a:rPr lang="en-IN" sz="1800" dirty="0">
                <a:latin typeface="Times New Roman" panose="02020603050405020304" pitchFamily="18" charset="0"/>
                <a:cs typeface="Times New Roman" panose="02020603050405020304" pitchFamily="18" charset="0"/>
              </a:rPr>
              <a:t> that enables specialized AI agents to collaborate in providing personalized health, nutrition, fitness, medication, and wellness recommendations.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create a Digital Health Twin</a:t>
            </a:r>
            <a:r>
              <a:rPr lang="en-IN" sz="1800" dirty="0">
                <a:latin typeface="Times New Roman" panose="02020603050405020304" pitchFamily="18" charset="0"/>
                <a:cs typeface="Times New Roman" panose="02020603050405020304" pitchFamily="18" charset="0"/>
              </a:rPr>
              <a:t> that maintains a dynamic and continuously evolving virtual representation of a user's health profile for personalized healthcare management.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predict potential health and wellness risks</a:t>
            </a:r>
            <a:r>
              <a:rPr lang="en-IN" sz="1800" dirty="0">
                <a:latin typeface="Times New Roman" panose="02020603050405020304" pitchFamily="18" charset="0"/>
                <a:cs typeface="Times New Roman" panose="02020603050405020304" pitchFamily="18" charset="0"/>
              </a:rPr>
              <a:t> using AI and data analytics based on health records, lifestyle patterns, medical reports, and historical health trends.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a:t>
            </a:r>
            <a:r>
              <a:rPr lang="en-IN" sz="1800" b="1" dirty="0" err="1">
                <a:latin typeface="Times New Roman" panose="02020603050405020304" pitchFamily="18" charset="0"/>
                <a:cs typeface="Times New Roman" panose="02020603050405020304" pitchFamily="18" charset="0"/>
              </a:rPr>
              <a:t>analyze</a:t>
            </a:r>
            <a:r>
              <a:rPr lang="en-IN" sz="1800" b="1" dirty="0">
                <a:latin typeface="Times New Roman" panose="02020603050405020304" pitchFamily="18" charset="0"/>
                <a:cs typeface="Times New Roman" panose="02020603050405020304" pitchFamily="18" charset="0"/>
              </a:rPr>
              <a:t> and simplify medical reports</a:t>
            </a:r>
            <a:r>
              <a:rPr lang="en-IN" sz="1800" dirty="0">
                <a:latin typeface="Times New Roman" panose="02020603050405020304" pitchFamily="18" charset="0"/>
                <a:cs typeface="Times New Roman" panose="02020603050405020304" pitchFamily="18" charset="0"/>
              </a:rPr>
              <a:t> by providing easy-to-understand explanations and highlighting important health indicators for users.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generate personalized wellness plans</a:t>
            </a:r>
            <a:r>
              <a:rPr lang="en-IN" sz="1800" dirty="0">
                <a:latin typeface="Times New Roman" panose="02020603050405020304" pitchFamily="18" charset="0"/>
                <a:cs typeface="Times New Roman" panose="02020603050405020304" pitchFamily="18" charset="0"/>
              </a:rPr>
              <a:t> including diet recommendations, fitness schedules, hydration goals, medication reminders, and sleep improvement suggestions.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provide explainable AI recommendations</a:t>
            </a:r>
            <a:r>
              <a:rPr lang="en-IN" sz="1800" dirty="0">
                <a:latin typeface="Times New Roman" panose="02020603050405020304" pitchFamily="18" charset="0"/>
                <a:cs typeface="Times New Roman" panose="02020603050405020304" pitchFamily="18" charset="0"/>
              </a:rPr>
              <a:t> by presenting the reasoning, contributing factors, and confidence levels behind health insights and wellness suggestions. </a:t>
            </a:r>
          </a:p>
          <a:p>
            <a:pPr marL="342900" lvl="0" indent="-342900" algn="just">
              <a:lnSpc>
                <a:spcPct val="100000"/>
              </a:lnSpc>
              <a:buFont typeface="+mj-lt"/>
              <a:buAutoNum type="arabicPeriod"/>
            </a:pPr>
            <a:r>
              <a:rPr lang="en-IN" sz="1800" b="1" dirty="0">
                <a:latin typeface="Times New Roman" panose="02020603050405020304" pitchFamily="18" charset="0"/>
                <a:cs typeface="Times New Roman" panose="02020603050405020304" pitchFamily="18" charset="0"/>
              </a:rPr>
              <a:t>To design a scalable microservices-based architecture</a:t>
            </a:r>
            <a:r>
              <a:rPr lang="en-IN" sz="1800" dirty="0">
                <a:latin typeface="Times New Roman" panose="02020603050405020304" pitchFamily="18" charset="0"/>
                <a:cs typeface="Times New Roman" panose="02020603050405020304" pitchFamily="18" charset="0"/>
              </a:rPr>
              <a:t> that supports secure, efficient, and seamless integration of healthcare services, AI agents, and health data management systems.</a:t>
            </a:r>
          </a:p>
        </p:txBody>
      </p:sp>
      <p:sp>
        <p:nvSpPr>
          <p:cNvPr id="10" name="Slide Number Placeholder 9">
            <a:extLst>
              <a:ext uri="{FF2B5EF4-FFF2-40B4-BE49-F238E27FC236}">
                <a16:creationId xmlns:a16="http://schemas.microsoft.com/office/drawing/2014/main" id="{D15C84BD-D8AD-E2F4-E86D-F191F099B0CE}"/>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9987945-61FB-C95C-B8E9-B5D5175DC755}"/>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662836414"/>
              </p:ext>
            </p:extLst>
          </p:nvPr>
        </p:nvGraphicFramePr>
        <p:xfrm>
          <a:off x="650239" y="732584"/>
          <a:ext cx="10891520" cy="5917771"/>
        </p:xfrm>
        <a:graphic>
          <a:graphicData uri="http://schemas.openxmlformats.org/drawingml/2006/table">
            <a:tbl>
              <a:tblPr firstRow="1" bandRow="1">
                <a:tableStyleId>{BC89EF96-8CEA-46FF-86C4-4CE0E7609802}</a:tableStyleId>
              </a:tblPr>
              <a:tblGrid>
                <a:gridCol w="1062078">
                  <a:extLst>
                    <a:ext uri="{9D8B030D-6E8A-4147-A177-3AD203B41FA5}">
                      <a16:colId xmlns:a16="http://schemas.microsoft.com/office/drawing/2014/main" val="20001"/>
                    </a:ext>
                  </a:extLst>
                </a:gridCol>
                <a:gridCol w="2119143">
                  <a:extLst>
                    <a:ext uri="{9D8B030D-6E8A-4147-A177-3AD203B41FA5}">
                      <a16:colId xmlns:a16="http://schemas.microsoft.com/office/drawing/2014/main" val="20002"/>
                    </a:ext>
                  </a:extLst>
                </a:gridCol>
                <a:gridCol w="2306184">
                  <a:extLst>
                    <a:ext uri="{9D8B030D-6E8A-4147-A177-3AD203B41FA5}">
                      <a16:colId xmlns:a16="http://schemas.microsoft.com/office/drawing/2014/main" val="20003"/>
                    </a:ext>
                  </a:extLst>
                </a:gridCol>
                <a:gridCol w="2735062">
                  <a:extLst>
                    <a:ext uri="{9D8B030D-6E8A-4147-A177-3AD203B41FA5}">
                      <a16:colId xmlns:a16="http://schemas.microsoft.com/office/drawing/2014/main" val="20004"/>
                    </a:ext>
                  </a:extLst>
                </a:gridCol>
                <a:gridCol w="2669053">
                  <a:extLst>
                    <a:ext uri="{9D8B030D-6E8A-4147-A177-3AD203B41FA5}">
                      <a16:colId xmlns:a16="http://schemas.microsoft.com/office/drawing/2014/main" val="1396003017"/>
                    </a:ext>
                  </a:extLst>
                </a:gridCol>
              </a:tblGrid>
              <a:tr h="339931">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Title of the Paper</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Methodology</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Inferences</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Limitation / Future Work</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0000"/>
                  </a:ext>
                </a:extLst>
              </a:tr>
              <a:tr h="1873655">
                <a:tc>
                  <a:txBody>
                    <a:bodyPr/>
                    <a:lstStyle/>
                    <a:p>
                      <a:pPr algn="l">
                        <a:lnSpc>
                          <a:spcPct val="100000"/>
                        </a:lnSpc>
                        <a:spcBef>
                          <a:spcPts val="0"/>
                        </a:spcBef>
                        <a:spcAft>
                          <a:spcPts val="0"/>
                        </a:spcAft>
                        <a:buNone/>
                      </a:pPr>
                      <a:r>
                        <a:rPr lang="en-IN" sz="1200" b="1" dirty="0" err="1">
                          <a:latin typeface="Times New Roman" panose="02020603050405020304" pitchFamily="18" charset="0"/>
                          <a:cs typeface="Times New Roman" panose="02020603050405020304" pitchFamily="18" charset="0"/>
                        </a:rPr>
                        <a:t>Meskó</a:t>
                      </a:r>
                      <a:r>
                        <a:rPr lang="en-IN" sz="1200" b="1" dirty="0">
                          <a:latin typeface="Times New Roman" panose="02020603050405020304" pitchFamily="18" charset="0"/>
                          <a:cs typeface="Times New Roman" panose="02020603050405020304" pitchFamily="18" charset="0"/>
                        </a:rPr>
                        <a:t> et al. [1]</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AI Agent in Healthcare: Applications, Evaluations, and Future Directions</a:t>
                      </a:r>
                      <a:r>
                        <a:rPr lang="en-IN" sz="1200" dirty="0">
                          <a:latin typeface="Times New Roman" panose="02020603050405020304" pitchFamily="18" charset="0"/>
                          <a:cs typeface="Times New Roman" panose="02020603050405020304" pitchFamily="18" charset="0"/>
                        </a:rPr>
                        <a:t>, </a:t>
                      </a:r>
                      <a:r>
                        <a:rPr lang="en-IN" sz="1200" i="1" dirty="0" err="1">
                          <a:latin typeface="Times New Roman" panose="02020603050405020304" pitchFamily="18" charset="0"/>
                          <a:cs typeface="Times New Roman" panose="02020603050405020304" pitchFamily="18" charset="0"/>
                        </a:rPr>
                        <a:t>npj</a:t>
                      </a:r>
                      <a:r>
                        <a:rPr lang="en-IN" sz="1200" i="1" dirty="0">
                          <a:latin typeface="Times New Roman" panose="02020603050405020304" pitchFamily="18" charset="0"/>
                          <a:cs typeface="Times New Roman" panose="02020603050405020304" pitchFamily="18" charset="0"/>
                        </a:rPr>
                        <a:t> Artificial Intelligence, 2026</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 agents for healthcare decision support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Multi-agent healthcare workflows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Large Language Models (LLMs)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Clinical reasoning and patient assistance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 evaluation and safety mechanisms</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Demonstrates the potential of AI agents in healthcare assistance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Shows how specialized agents can collaborate to improve decision-making • Highlights the importance of explainability and trust in healthcare AI</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Focuses mainly on healthcare AI agents rather than personalized wellness ecosystems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Does not implement a Digital Health Twin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Limited integration with predictive wellness planning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combines multi-agent collaboration with predictive monitoring and personalized wellness generation</a:t>
                      </a:r>
                    </a:p>
                  </a:txBody>
                  <a:tcPr anchor="ctr"/>
                </a:tc>
                <a:extLst>
                  <a:ext uri="{0D108BD9-81ED-4DB2-BD59-A6C34878D82A}">
                    <a16:rowId xmlns:a16="http://schemas.microsoft.com/office/drawing/2014/main" val="3714155954"/>
                  </a:ext>
                </a:extLst>
              </a:tr>
              <a:tr h="1695212">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Coronato et al. [2]</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dirty="0">
                          <a:latin typeface="Times New Roman" panose="02020603050405020304" pitchFamily="18" charset="0"/>
                          <a:cs typeface="Times New Roman" panose="02020603050405020304" pitchFamily="18" charset="0"/>
                        </a:rPr>
                        <a:t>Human Digital Twins in Personalized and Predictive Healthcare</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Frontiers in Digital Health, 2026</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Digital Twin architecture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Real-time health monitoring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Wearable device integration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AI-based health prediction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Personalized healthcare </a:t>
                      </a:r>
                      <a:r>
                        <a:rPr lang="en-IN" sz="1200" dirty="0" err="1">
                          <a:latin typeface="Times New Roman" panose="02020603050405020304" pitchFamily="18" charset="0"/>
                          <a:cs typeface="Times New Roman" panose="02020603050405020304" pitchFamily="18" charset="0"/>
                        </a:rPr>
                        <a:t>modeling</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Demonstrates how Digital Twins can continuously model user health status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Enables predictive healthcare and personalized recommendations</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Supports proactive healthcare management</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Primarily focuses on Digital Twin concepts and predictive healthcare</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Does not utilize multi-agent AI collaboration</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Limited focus on wellness planning and report analysis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extends the Digital Twin with Agentic AI and wellness planning capabilities</a:t>
                      </a:r>
                    </a:p>
                  </a:txBody>
                  <a:tcPr anchor="ctr"/>
                </a:tc>
                <a:extLst>
                  <a:ext uri="{0D108BD9-81ED-4DB2-BD59-A6C34878D82A}">
                    <a16:rowId xmlns:a16="http://schemas.microsoft.com/office/drawing/2014/main" val="2655426370"/>
                  </a:ext>
                </a:extLst>
              </a:tr>
              <a:tr h="1873655">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Wang et al. [3]</a:t>
                      </a:r>
                      <a:endParaRPr lang="en-IN" sz="120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b="1">
                          <a:latin typeface="Times New Roman" panose="02020603050405020304" pitchFamily="18" charset="0"/>
                          <a:cs typeface="Times New Roman" panose="02020603050405020304" pitchFamily="18" charset="0"/>
                        </a:rPr>
                        <a:t>A Comprehensive Survey of AI Agents in Healthcare</a:t>
                      </a:r>
                      <a:r>
                        <a:rPr lang="en-IN" sz="1200">
                          <a:latin typeface="Times New Roman" panose="02020603050405020304" pitchFamily="18" charset="0"/>
                          <a:cs typeface="Times New Roman" panose="02020603050405020304" pitchFamily="18" charset="0"/>
                        </a:rPr>
                        <a:t>, </a:t>
                      </a:r>
                      <a:r>
                        <a:rPr lang="en-IN" sz="1200" i="1">
                          <a:latin typeface="Times New Roman" panose="02020603050405020304" pitchFamily="18" charset="0"/>
                          <a:cs typeface="Times New Roman" panose="02020603050405020304" pitchFamily="18" charset="0"/>
                        </a:rPr>
                        <a:t>Journal of Biomedical Informatics, 2026</a:t>
                      </a:r>
                      <a:endParaRPr lang="en-IN" sz="1200">
                        <a:latin typeface="Times New Roman" panose="02020603050405020304" pitchFamily="18" charset="0"/>
                        <a:cs typeface="Times New Roman" panose="02020603050405020304" pitchFamily="18" charset="0"/>
                      </a:endParaRP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Survey of healthcare AI agents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Multi-agent collaboration frameworks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Autonomous planning and reasoning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Tool integration and memory systems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Healthcare workflow automation</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Provides a comprehensive overview of AI agent architectures in healthcare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Highlights benefits of specialized AI agents working together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Identifies opportunities for autonomous healthcare assistance</a:t>
                      </a:r>
                    </a:p>
                  </a:txBody>
                  <a:tcPr anchor="ctr"/>
                </a:tc>
                <a:tc>
                  <a:txBody>
                    <a:bodyPr/>
                    <a:lstStyle/>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Survey paper without a complete implementation framework</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 Does not include Digital Health Twin technology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Limited focus on predictive wellness and personalized health planning </a:t>
                      </a:r>
                    </a:p>
                    <a:p>
                      <a:pPr algn="l">
                        <a:lnSpc>
                          <a:spcPct val="100000"/>
                        </a:lnSpc>
                        <a:spcBef>
                          <a:spcPts val="0"/>
                        </a:spcBef>
                        <a:spcAft>
                          <a:spcPts val="0"/>
                        </a:spcAft>
                        <a:buNone/>
                      </a:pPr>
                      <a:r>
                        <a:rPr lang="en-IN" sz="1200" dirty="0">
                          <a:latin typeface="Times New Roman" panose="02020603050405020304" pitchFamily="18" charset="0"/>
                          <a:cs typeface="Times New Roman" panose="02020603050405020304" pitchFamily="18" charset="0"/>
                        </a:rPr>
                        <a:t>• Our project integrates multi-agent collaboration, predictive analytics, Digital Twin technology, and explainable AI into a unified ecosystem</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3462019" y="24698"/>
            <a:ext cx="5267959" cy="707886"/>
          </a:xfrm>
          <a:prstGeom prst="rect">
            <a:avLst/>
          </a:prstGeom>
          <a:noFill/>
        </p:spPr>
        <p:txBody>
          <a:bodyPr wrap="square" rtlCol="0">
            <a:spAutoFit/>
          </a:bodyPr>
          <a:lstStyle/>
          <a:p>
            <a:pPr algn="ctr"/>
            <a:r>
              <a:rPr lang="en-IN" sz="4000" b="1" dirty="0">
                <a:solidFill>
                  <a:srgbClr val="FF0000"/>
                </a:solidFill>
                <a:latin typeface="Times New Roman" panose="02020603050405020304" pitchFamily="18" charset="0"/>
                <a:ea typeface="Cambria"/>
                <a:cs typeface="Times New Roman" panose="02020603050405020304" pitchFamily="18" charset="0"/>
              </a:rPr>
              <a:t>Literature Survey</a:t>
            </a:r>
            <a:endParaRPr lang="en-IN" sz="40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EF79CE20-E0F1-A03B-3BE8-C0D04DFE7E72}"/>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5" name="Footer Placeholder 4">
            <a:extLst>
              <a:ext uri="{FF2B5EF4-FFF2-40B4-BE49-F238E27FC236}">
                <a16:creationId xmlns:a16="http://schemas.microsoft.com/office/drawing/2014/main" id="{D067D48F-AE74-32E8-92B9-0583F577BE0B}"/>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939846" y="177291"/>
            <a:ext cx="6096000" cy="1323439"/>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2" name="Table 1">
            <a:extLst>
              <a:ext uri="{FF2B5EF4-FFF2-40B4-BE49-F238E27FC236}">
                <a16:creationId xmlns:a16="http://schemas.microsoft.com/office/drawing/2014/main" id="{FC59A212-E09D-57B0-E863-B432D5DC5886}"/>
              </a:ext>
            </a:extLst>
          </p:cNvPr>
          <p:cNvGraphicFramePr>
            <a:graphicFrameLocks noGrp="1"/>
          </p:cNvGraphicFramePr>
          <p:nvPr>
            <p:extLst>
              <p:ext uri="{D42A27DB-BD31-4B8C-83A1-F6EECF244321}">
                <p14:modId xmlns:p14="http://schemas.microsoft.com/office/powerpoint/2010/main" val="1528822507"/>
              </p:ext>
            </p:extLst>
          </p:nvPr>
        </p:nvGraphicFramePr>
        <p:xfrm>
          <a:off x="629920" y="973394"/>
          <a:ext cx="10852164" cy="5437718"/>
        </p:xfrm>
        <a:graphic>
          <a:graphicData uri="http://schemas.openxmlformats.org/drawingml/2006/table">
            <a:tbl>
              <a:tblPr/>
              <a:tblGrid>
                <a:gridCol w="3583264">
                  <a:extLst>
                    <a:ext uri="{9D8B030D-6E8A-4147-A177-3AD203B41FA5}">
                      <a16:colId xmlns:a16="http://schemas.microsoft.com/office/drawing/2014/main" val="4061101483"/>
                    </a:ext>
                  </a:extLst>
                </a:gridCol>
                <a:gridCol w="3634450">
                  <a:extLst>
                    <a:ext uri="{9D8B030D-6E8A-4147-A177-3AD203B41FA5}">
                      <a16:colId xmlns:a16="http://schemas.microsoft.com/office/drawing/2014/main" val="1499037303"/>
                    </a:ext>
                  </a:extLst>
                </a:gridCol>
                <a:gridCol w="3634450">
                  <a:extLst>
                    <a:ext uri="{9D8B030D-6E8A-4147-A177-3AD203B41FA5}">
                      <a16:colId xmlns:a16="http://schemas.microsoft.com/office/drawing/2014/main" val="1240095816"/>
                    </a:ext>
                  </a:extLst>
                </a:gridCol>
              </a:tblGrid>
              <a:tr h="228901">
                <a:tc>
                  <a:txBody>
                    <a:bodyPr/>
                    <a:lstStyle/>
                    <a:p>
                      <a:pPr>
                        <a:buNone/>
                      </a:pPr>
                      <a:r>
                        <a:rPr lang="en-IN" sz="1400" b="1" dirty="0">
                          <a:latin typeface="Times New Roman" panose="02020603050405020304" pitchFamily="18" charset="0"/>
                          <a:cs typeface="Times New Roman" panose="02020603050405020304" pitchFamily="18" charset="0"/>
                        </a:rPr>
                        <a:t>Existing Research / Approach</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a:latin typeface="Times New Roman" panose="02020603050405020304" pitchFamily="18" charset="0"/>
                          <a:cs typeface="Times New Roman" panose="02020603050405020304" pitchFamily="18" charset="0"/>
                        </a:rPr>
                        <a:t>Research Gap Identified</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a:latin typeface="Times New Roman" panose="02020603050405020304" pitchFamily="18" charset="0"/>
                          <a:cs typeface="Times New Roman" panose="02020603050405020304" pitchFamily="18" charset="0"/>
                        </a:rPr>
                        <a:t>Our Proposed Solution</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43147572"/>
                  </a:ext>
                </a:extLst>
              </a:tr>
              <a:tr h="1773979">
                <a:tc>
                  <a:txBody>
                    <a:bodyPr/>
                    <a:lstStyle/>
                    <a:p>
                      <a:pPr>
                        <a:buNone/>
                      </a:pPr>
                      <a:r>
                        <a:rPr lang="en-IN" sz="1400" b="1" dirty="0">
                          <a:latin typeface="Times New Roman" panose="02020603050405020304" pitchFamily="18" charset="0"/>
                          <a:cs typeface="Times New Roman" panose="02020603050405020304" pitchFamily="18" charset="0"/>
                        </a:rPr>
                        <a:t>1. AI-Based Health Monitoring and Prediction</a:t>
                      </a:r>
                      <a:r>
                        <a:rPr lang="en-IN" sz="1400" dirty="0">
                          <a:latin typeface="Times New Roman" panose="02020603050405020304" pitchFamily="18" charset="0"/>
                          <a:cs typeface="Times New Roman" panose="02020603050405020304" pitchFamily="18" charset="0"/>
                        </a:rPr>
                        <a:t> – Existing healthcare systems use AI and Machine Learning models to monitor health parameters, predict diseases, and provide health insights based on historical medical data and wearable sensor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dirty="0">
                          <a:latin typeface="Times New Roman" panose="02020603050405020304" pitchFamily="18" charset="0"/>
                          <a:cs typeface="Times New Roman" panose="02020603050405020304" pitchFamily="18" charset="0"/>
                        </a:rPr>
                        <a:t>Most systems focus primarily on disease prediction or health monitoring as independent functionalities. They lack continuous personalization and do not maintain a comprehensive evolving health profile that adapts to user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lifestyle, and health trends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b="1">
                          <a:latin typeface="Times New Roman" panose="02020603050405020304" pitchFamily="18" charset="0"/>
                          <a:cs typeface="Times New Roman" panose="02020603050405020304" pitchFamily="18" charset="0"/>
                        </a:rPr>
                        <a:t>Digital Health Twin</a:t>
                      </a:r>
                      <a:r>
                        <a:rPr lang="en-IN" sz="1400">
                          <a:latin typeface="Times New Roman" panose="02020603050405020304" pitchFamily="18" charset="0"/>
                          <a:cs typeface="Times New Roman" panose="02020603050405020304" pitchFamily="18" charset="0"/>
                        </a:rPr>
                        <a:t> – HealthVerse AI maintains a continuously evolving virtual health profile that learns from health records, reports, lifestyle patterns, sleep, fitness, nutrition, and wellness data to provide personalized and adaptive healthcare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68024174"/>
                  </a:ext>
                </a:extLst>
              </a:tr>
              <a:tr h="1430628">
                <a:tc>
                  <a:txBody>
                    <a:bodyPr/>
                    <a:lstStyle/>
                    <a:p>
                      <a:pPr>
                        <a:buNone/>
                      </a:pPr>
                      <a:r>
                        <a:rPr lang="en-IN" sz="1400" b="1">
                          <a:latin typeface="Times New Roman" panose="02020603050405020304" pitchFamily="18" charset="0"/>
                          <a:cs typeface="Times New Roman" panose="02020603050405020304" pitchFamily="18" charset="0"/>
                        </a:rPr>
                        <a:t>2. Single-Agent Healthcare Chatbots and Decision Systems</a:t>
                      </a:r>
                      <a:r>
                        <a:rPr lang="en-IN" sz="1400">
                          <a:latin typeface="Times New Roman" panose="02020603050405020304" pitchFamily="18" charset="0"/>
                          <a:cs typeface="Times New Roman" panose="02020603050405020304" pitchFamily="18" charset="0"/>
                        </a:rPr>
                        <a:t> – Many existing healthcare applications use a single AI chatbot or decision-support model to answer health-related queries and provide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Single-agent systems often have limited specialization and reasoning capabilities. They do not support collaborative decision-making among multiple healthcare domains such as nutrition, fitness, medication, wellness, and report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Multi-Agent Healthcare Collaboration System</a:t>
                      </a:r>
                      <a:r>
                        <a:rPr lang="en-IN" sz="1400" dirty="0">
                          <a:latin typeface="Times New Roman" panose="02020603050405020304" pitchFamily="18" charset="0"/>
                          <a:cs typeface="Times New Roman" panose="02020603050405020304" pitchFamily="18" charset="0"/>
                        </a:rPr>
                        <a:t> – </a:t>
                      </a:r>
                      <a:r>
                        <a:rPr lang="en-IN" sz="1400" dirty="0" err="1">
                          <a:latin typeface="Times New Roman" panose="02020603050405020304" pitchFamily="18" charset="0"/>
                          <a:cs typeface="Times New Roman" panose="02020603050405020304" pitchFamily="18" charset="0"/>
                        </a:rPr>
                        <a:t>HealthVerse</a:t>
                      </a:r>
                      <a:r>
                        <a:rPr lang="en-IN" sz="1400" dirty="0">
                          <a:latin typeface="Times New Roman" panose="02020603050405020304" pitchFamily="18" charset="0"/>
                          <a:cs typeface="Times New Roman" panose="02020603050405020304" pitchFamily="18" charset="0"/>
                        </a:rPr>
                        <a:t> AI employs specialized agents including Health Agent, Nutrition Agent, Fitness Agent, Medicine Agent, Wellness Agent, and Report Agent coordinated by a Planning Agent to generate comprehensive and personalized wellness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096993"/>
                  </a:ext>
                </a:extLst>
              </a:tr>
              <a:tr h="1773979">
                <a:tc>
                  <a:txBody>
                    <a:bodyPr/>
                    <a:lstStyle/>
                    <a:p>
                      <a:pPr>
                        <a:buNone/>
                      </a:pPr>
                      <a:r>
                        <a:rPr lang="en-IN" sz="1400" b="1">
                          <a:latin typeface="Times New Roman" panose="02020603050405020304" pitchFamily="18" charset="0"/>
                          <a:cs typeface="Times New Roman" panose="02020603050405020304" pitchFamily="18" charset="0"/>
                        </a:rPr>
                        <a:t>3. Static Health Recommendations and Generic Wellness Plans</a:t>
                      </a:r>
                      <a:r>
                        <a:rPr lang="en-IN" sz="1400">
                          <a:latin typeface="Times New Roman" panose="02020603050405020304" pitchFamily="18" charset="0"/>
                          <a:cs typeface="Times New Roman" panose="02020603050405020304" pitchFamily="18" charset="0"/>
                        </a:rPr>
                        <a:t> – Existing health applications generally provide predefined wellness advice, fitness plans, or diet recommendations based on basic user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a:latin typeface="Times New Roman" panose="02020603050405020304" pitchFamily="18" charset="0"/>
                          <a:cs typeface="Times New Roman" panose="02020603050405020304" pitchFamily="18" charset="0"/>
                        </a:rPr>
                        <a:t>Recommendations are often generic and reactive rather than predictive. Most systems do not analyze long-term health trends, risk progression, or future wellness indicators to support preventive healthcare.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400" b="1" dirty="0">
                          <a:latin typeface="Times New Roman" panose="02020603050405020304" pitchFamily="18" charset="0"/>
                          <a:cs typeface="Times New Roman" panose="02020603050405020304" pitchFamily="18" charset="0"/>
                        </a:rPr>
                        <a:t>Predictive Wellness Engine</a:t>
                      </a:r>
                      <a:r>
                        <a:rPr lang="en-IN" sz="1400" dirty="0">
                          <a:latin typeface="Times New Roman" panose="02020603050405020304" pitchFamily="18" charset="0"/>
                          <a:cs typeface="Times New Roman" panose="02020603050405020304" pitchFamily="18" charset="0"/>
                        </a:rPr>
                        <a:t> – </a:t>
                      </a:r>
                      <a:r>
                        <a:rPr lang="en-IN" sz="1400" dirty="0" err="1">
                          <a:latin typeface="Times New Roman" panose="02020603050405020304" pitchFamily="18" charset="0"/>
                          <a:cs typeface="Times New Roman" panose="02020603050405020304" pitchFamily="18" charset="0"/>
                        </a:rPr>
                        <a:t>HealthVerse</a:t>
                      </a:r>
                      <a:r>
                        <a:rPr lang="en-IN" sz="1400" dirty="0">
                          <a:latin typeface="Times New Roman" panose="02020603050405020304" pitchFamily="18" charset="0"/>
                          <a:cs typeface="Times New Roman" panose="02020603050405020304" pitchFamily="18" charset="0"/>
                        </a:rPr>
                        <a:t> AI </a:t>
                      </a:r>
                      <a:r>
                        <a:rPr lang="en-IN" sz="1400" dirty="0" err="1">
                          <a:latin typeface="Times New Roman" panose="02020603050405020304" pitchFamily="18" charset="0"/>
                          <a:cs typeface="Times New Roman" panose="02020603050405020304" pitchFamily="18" charset="0"/>
                        </a:rPr>
                        <a:t>analyzes</a:t>
                      </a:r>
                      <a:r>
                        <a:rPr lang="en-IN" sz="1400" dirty="0">
                          <a:latin typeface="Times New Roman" panose="02020603050405020304" pitchFamily="18" charset="0"/>
                          <a:cs typeface="Times New Roman" panose="02020603050405020304" pitchFamily="18" charset="0"/>
                        </a:rPr>
                        <a:t> historical health data, lifestyle patterns, activity levels, sleep quality, and medical reports to identify future wellness risks and generate proactive, personalized wellness plans aimed at preventive healthcare.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43387076"/>
                  </a:ext>
                </a:extLst>
              </a:tr>
            </a:tbl>
          </a:graphicData>
        </a:graphic>
      </p:graphicFrame>
      <p:sp>
        <p:nvSpPr>
          <p:cNvPr id="4" name="Slide Number Placeholder 3">
            <a:extLst>
              <a:ext uri="{FF2B5EF4-FFF2-40B4-BE49-F238E27FC236}">
                <a16:creationId xmlns:a16="http://schemas.microsoft.com/office/drawing/2014/main" id="{09D0E8C4-3D5D-B84C-F581-965F2E6AF33F}"/>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F13E3CA-BDEE-64D2-06CD-DABF09C161D6}"/>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020E-9785-0A50-C3B0-22EC2BD9D7FF}"/>
              </a:ext>
            </a:extLst>
          </p:cNvPr>
          <p:cNvSpPr>
            <a:spLocks noGrp="1"/>
          </p:cNvSpPr>
          <p:nvPr>
            <p:ph type="title"/>
          </p:nvPr>
        </p:nvSpPr>
        <p:spPr>
          <a:xfrm>
            <a:off x="838200" y="365125"/>
            <a:ext cx="10331370" cy="757619"/>
          </a:xfrm>
        </p:spPr>
        <p:txBody>
          <a:bodyPr/>
          <a:lstStyle/>
          <a:p>
            <a:pPr algn="ctr"/>
            <a:r>
              <a:rPr lang="en-US" sz="4000" b="1" dirty="0">
                <a:solidFill>
                  <a:srgbClr val="FF0000"/>
                </a:solidFill>
                <a:latin typeface="Times New Roman" panose="02020603050405020304" pitchFamily="18" charset="0"/>
                <a:cs typeface="Times New Roman" panose="02020603050405020304" pitchFamily="18" charset="0"/>
              </a:rPr>
              <a:t>Novelty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7BFDD8-4DA8-96F4-FEC5-A88387331189}"/>
              </a:ext>
            </a:extLst>
          </p:cNvPr>
          <p:cNvSpPr>
            <a:spLocks noGrp="1"/>
          </p:cNvSpPr>
          <p:nvPr>
            <p:ph idx="1"/>
          </p:nvPr>
        </p:nvSpPr>
        <p:spPr>
          <a:xfrm>
            <a:off x="324612" y="757619"/>
            <a:ext cx="11542776" cy="5598731"/>
          </a:xfrm>
        </p:spPr>
        <p:txBody>
          <a:bodyPr>
            <a:normAutofit lnSpcReduction="10000"/>
          </a:bodyPr>
          <a:lstStyle/>
          <a:p>
            <a:pPr marL="0" indent="0" algn="just">
              <a:lnSpc>
                <a:spcPct val="110000"/>
              </a:lnSpc>
              <a:buNone/>
            </a:pPr>
            <a:endParaRPr lang="en-IN" sz="2000" b="1" dirty="0">
              <a:latin typeface="Times New Roman" panose="02020603050405020304" pitchFamily="18" charset="0"/>
              <a:cs typeface="Times New Roman" panose="02020603050405020304" pitchFamily="18" charset="0"/>
            </a:endParaRP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1: Digital Health Twin</a:t>
            </a:r>
          </a:p>
          <a:p>
            <a:pPr algn="just">
              <a:lnSpc>
                <a:spcPct val="110000"/>
              </a:lnSpc>
            </a:pP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introduces a Digital Health Twin that acts as a virtual representation of the user's health profile. It continuously learns from health records, medical reports, lifestyle habits, sleep patterns, fitness activities, and medication history. Unlike traditional healthcare applications that provide one-time recommendations, the Digital Health Twin evolves over time and enables highly personalized health monitoring and wellness guidance.</a:t>
            </a: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2: Multi-Agent Healthcare Collaboration</a:t>
            </a:r>
          </a:p>
          <a:p>
            <a:pPr algn="just">
              <a:lnSpc>
                <a:spcPct val="110000"/>
              </a:lnSpc>
            </a:pPr>
            <a:r>
              <a:rPr lang="en-IN" sz="1800" dirty="0">
                <a:latin typeface="Times New Roman" panose="02020603050405020304" pitchFamily="18" charset="0"/>
                <a:cs typeface="Times New Roman" panose="02020603050405020304" pitchFamily="18" charset="0"/>
              </a:rPr>
              <a:t>Instead of using a single AI chatbot, </a:t>
            </a: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employs multiple specialized AI agents such as a Health Agent, Nutrition Agent, Fitness Agent, Medicine Agent, Wellness Agent, and Report Analysis Agent. These agents collaborate under a Planning Agent to </a:t>
            </a: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user data from different perspectives and generate comprehensive, personalized healthcare recommendations.</a:t>
            </a:r>
          </a:p>
          <a:p>
            <a:pPr marL="0" indent="0" algn="just">
              <a:lnSpc>
                <a:spcPct val="110000"/>
              </a:lnSpc>
              <a:buNone/>
            </a:pPr>
            <a:r>
              <a:rPr lang="en-IN" sz="1800" b="1" dirty="0">
                <a:latin typeface="Times New Roman" panose="02020603050405020304" pitchFamily="18" charset="0"/>
                <a:cs typeface="Times New Roman" panose="02020603050405020304" pitchFamily="18" charset="0"/>
              </a:rPr>
              <a:t>Novelty 3: Predictive Wellness Engine with Explainable AI</a:t>
            </a:r>
          </a:p>
          <a:p>
            <a:pPr algn="just">
              <a:lnSpc>
                <a:spcPct val="110000"/>
              </a:lnSpc>
            </a:pPr>
            <a:r>
              <a:rPr lang="en-IN" sz="1800" dirty="0" err="1">
                <a:latin typeface="Times New Roman" panose="02020603050405020304" pitchFamily="18" charset="0"/>
                <a:cs typeface="Times New Roman" panose="02020603050405020304" pitchFamily="18" charset="0"/>
              </a:rPr>
              <a:t>HealthVerse</a:t>
            </a:r>
            <a:r>
              <a:rPr lang="en-IN" sz="1800" dirty="0">
                <a:latin typeface="Times New Roman" panose="02020603050405020304" pitchFamily="18" charset="0"/>
                <a:cs typeface="Times New Roman" panose="02020603050405020304" pitchFamily="18" charset="0"/>
              </a:rPr>
              <a:t> AI uses predictive analytics to identify potential future wellness risks based on historical health data, lifestyle patterns, activity levels, sleep quality, and medical reports. The system not only provides proactive wellness recommendations but also explains the reasons behind each suggestion through explainable AI, including contributing factors and confidence levels, helping users make informed health decisions.</a:t>
            </a:r>
          </a:p>
        </p:txBody>
      </p:sp>
      <p:sp>
        <p:nvSpPr>
          <p:cNvPr id="7" name="Slide Number Placeholder 6">
            <a:extLst>
              <a:ext uri="{FF2B5EF4-FFF2-40B4-BE49-F238E27FC236}">
                <a16:creationId xmlns:a16="http://schemas.microsoft.com/office/drawing/2014/main" id="{7B03EB51-2307-6F60-11BF-CFDBB5753D84}"/>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A533516-1DA0-E771-6B82-D9C9CDF0B662}"/>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3485964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F99-F0E7-ADF6-4B2B-4D9A90636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532BA-1F0E-A09F-4B5E-89F192D7621F}"/>
              </a:ext>
            </a:extLst>
          </p:cNvPr>
          <p:cNvSpPr>
            <a:spLocks noGrp="1"/>
          </p:cNvSpPr>
          <p:nvPr>
            <p:ph type="title"/>
          </p:nvPr>
        </p:nvSpPr>
        <p:spPr>
          <a:xfrm>
            <a:off x="838200" y="365125"/>
            <a:ext cx="10331370" cy="757619"/>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Tech Stack </a:t>
            </a:r>
            <a:endParaRPr lang="en-IN" sz="4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7D58C107-9DE2-0F5D-47A1-03AB379A8AC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D156552-8264-B7BD-9471-35B21D5A5CDF}"/>
              </a:ext>
            </a:extLst>
          </p:cNvPr>
          <p:cNvSpPr>
            <a:spLocks noGrp="1"/>
          </p:cNvSpPr>
          <p:nvPr>
            <p:ph type="ftr" sz="quarter" idx="11"/>
          </p:nvPr>
        </p:nvSpPr>
        <p:spPr>
          <a:xfrm>
            <a:off x="4006516" y="6356350"/>
            <a:ext cx="4114800" cy="365125"/>
          </a:xfrm>
        </p:spPr>
        <p:txBody>
          <a:bodyPr/>
          <a:lstStyle/>
          <a:p>
            <a:r>
              <a:rPr lang="en-US" dirty="0">
                <a:latin typeface="Times New Roman" panose="02020603050405020304" pitchFamily="18" charset="0"/>
                <a:cs typeface="Times New Roman" panose="02020603050405020304" pitchFamily="18" charset="0"/>
              </a:rPr>
              <a:t>SOA REVIEW-1</a:t>
            </a:r>
          </a:p>
        </p:txBody>
      </p:sp>
      <p:graphicFrame>
        <p:nvGraphicFramePr>
          <p:cNvPr id="5" name="Content Placeholder 4">
            <a:extLst>
              <a:ext uri="{FF2B5EF4-FFF2-40B4-BE49-F238E27FC236}">
                <a16:creationId xmlns:a16="http://schemas.microsoft.com/office/drawing/2014/main" id="{DE0C2BE5-F991-C4CF-492E-035EFC46FF2A}"/>
              </a:ext>
            </a:extLst>
          </p:cNvPr>
          <p:cNvGraphicFramePr>
            <a:graphicFrameLocks noGrp="1"/>
          </p:cNvGraphicFramePr>
          <p:nvPr>
            <p:ph idx="1"/>
            <p:extLst>
              <p:ext uri="{D42A27DB-BD31-4B8C-83A1-F6EECF244321}">
                <p14:modId xmlns:p14="http://schemas.microsoft.com/office/powerpoint/2010/main" val="3328101360"/>
              </p:ext>
            </p:extLst>
          </p:nvPr>
        </p:nvGraphicFramePr>
        <p:xfrm>
          <a:off x="1329370" y="1122744"/>
          <a:ext cx="9840200" cy="4736704"/>
        </p:xfrm>
        <a:graphic>
          <a:graphicData uri="http://schemas.openxmlformats.org/drawingml/2006/table">
            <a:tbl>
              <a:tblPr>
                <a:tableStyleId>{C4B1156A-380E-4F78-BDF5-A606A8083BF9}</a:tableStyleId>
              </a:tblPr>
              <a:tblGrid>
                <a:gridCol w="4920100">
                  <a:extLst>
                    <a:ext uri="{9D8B030D-6E8A-4147-A177-3AD203B41FA5}">
                      <a16:colId xmlns:a16="http://schemas.microsoft.com/office/drawing/2014/main" val="765011411"/>
                    </a:ext>
                  </a:extLst>
                </a:gridCol>
                <a:gridCol w="4920100">
                  <a:extLst>
                    <a:ext uri="{9D8B030D-6E8A-4147-A177-3AD203B41FA5}">
                      <a16:colId xmlns:a16="http://schemas.microsoft.com/office/drawing/2014/main" val="694063937"/>
                    </a:ext>
                  </a:extLst>
                </a:gridCol>
              </a:tblGrid>
              <a:tr h="434671">
                <a:tc>
                  <a:txBody>
                    <a:bodyPr/>
                    <a:lstStyle/>
                    <a:p>
                      <a:pPr>
                        <a:buNone/>
                      </a:pPr>
                      <a:r>
                        <a:rPr lang="en-IN" sz="1700" b="1" dirty="0"/>
                        <a:t>Layer</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solidFill>
                      <a:srgbClr val="FFFF00"/>
                    </a:solidFill>
                  </a:tcPr>
                </a:tc>
                <a:tc>
                  <a:txBody>
                    <a:bodyPr/>
                    <a:lstStyle/>
                    <a:p>
                      <a:pPr>
                        <a:buNone/>
                      </a:pPr>
                      <a:r>
                        <a:rPr lang="en-IN" sz="1700" b="1" dirty="0"/>
                        <a:t>Technology Stack</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solidFill>
                      <a:srgbClr val="FFFF00"/>
                    </a:solidFill>
                  </a:tcPr>
                </a:tc>
                <a:extLst>
                  <a:ext uri="{0D108BD9-81ED-4DB2-BD59-A6C34878D82A}">
                    <a16:rowId xmlns:a16="http://schemas.microsoft.com/office/drawing/2014/main" val="1784362807"/>
                  </a:ext>
                </a:extLst>
              </a:tr>
              <a:tr h="434671">
                <a:tc>
                  <a:txBody>
                    <a:bodyPr/>
                    <a:lstStyle/>
                    <a:p>
                      <a:pPr>
                        <a:buNone/>
                      </a:pPr>
                      <a:r>
                        <a:rPr lang="en-IN" sz="1700" b="1" dirty="0"/>
                        <a:t>Frontend</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React.js</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773822456"/>
                  </a:ext>
                </a:extLst>
              </a:tr>
              <a:tr h="434671">
                <a:tc>
                  <a:txBody>
                    <a:bodyPr/>
                    <a:lstStyle/>
                    <a:p>
                      <a:pPr>
                        <a:buNone/>
                      </a:pPr>
                      <a:r>
                        <a:rPr lang="en-IN" sz="1700" b="1" dirty="0"/>
                        <a:t>Backend</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Spring Boot, Spring Security (JWT)</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4247567492"/>
                  </a:ext>
                </a:extLst>
              </a:tr>
              <a:tr h="434671">
                <a:tc>
                  <a:txBody>
                    <a:bodyPr/>
                    <a:lstStyle/>
                    <a:p>
                      <a:pPr>
                        <a:buNone/>
                      </a:pPr>
                      <a:r>
                        <a:rPr lang="en-IN" sz="1700" b="1" dirty="0"/>
                        <a:t>Microservices</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API Gateway, Eureka Server</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1976034204"/>
                  </a:ext>
                </a:extLst>
              </a:tr>
              <a:tr h="434671">
                <a:tc>
                  <a:txBody>
                    <a:bodyPr/>
                    <a:lstStyle/>
                    <a:p>
                      <a:pPr>
                        <a:buNone/>
                      </a:pPr>
                      <a:r>
                        <a:rPr lang="en-IN" sz="1700" b="1" dirty="0"/>
                        <a:t>Database</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PostgreSQL, MongoDB</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96111664"/>
                  </a:ext>
                </a:extLst>
              </a:tr>
              <a:tr h="498661">
                <a:tc>
                  <a:txBody>
                    <a:bodyPr/>
                    <a:lstStyle/>
                    <a:p>
                      <a:pPr>
                        <a:buNone/>
                      </a:pPr>
                      <a:r>
                        <a:rPr lang="en-IN" sz="1700" b="1" dirty="0"/>
                        <a:t>AI &amp; ML</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Gemini API, </a:t>
                      </a:r>
                      <a:r>
                        <a:rPr lang="en-IN" sz="1700" dirty="0" err="1"/>
                        <a:t>CrewAI</a:t>
                      </a:r>
                      <a:r>
                        <a:rPr lang="en-IN" sz="1700" dirty="0"/>
                        <a:t>, </a:t>
                      </a:r>
                      <a:r>
                        <a:rPr lang="en-IN" sz="1700" dirty="0" err="1"/>
                        <a:t>LangChain</a:t>
                      </a:r>
                      <a:r>
                        <a:rPr lang="en-IN" sz="1700" dirty="0"/>
                        <a:t>, Hugging Face</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3214758650"/>
                  </a:ext>
                </a:extLst>
              </a:tr>
              <a:tr h="434671">
                <a:tc>
                  <a:txBody>
                    <a:bodyPr/>
                    <a:lstStyle/>
                    <a:p>
                      <a:pPr>
                        <a:buNone/>
                      </a:pPr>
                      <a:r>
                        <a:rPr lang="en-IN" sz="1700" b="1"/>
                        <a:t>Security</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JWT</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1224833919"/>
                  </a:ext>
                </a:extLst>
              </a:tr>
              <a:tr h="760675">
                <a:tc>
                  <a:txBody>
                    <a:bodyPr/>
                    <a:lstStyle/>
                    <a:p>
                      <a:pPr>
                        <a:buNone/>
                      </a:pPr>
                      <a:r>
                        <a:rPr lang="en-IN" sz="1700" b="1"/>
                        <a:t>APIs</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Google Maps API, </a:t>
                      </a:r>
                      <a:r>
                        <a:rPr lang="en-IN" sz="1700" dirty="0" err="1"/>
                        <a:t>OpenWeather</a:t>
                      </a:r>
                      <a:r>
                        <a:rPr lang="en-IN" sz="1700" dirty="0"/>
                        <a:t> API, Firebase Cloud Messaging</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2990863768"/>
                  </a:ext>
                </a:extLst>
              </a:tr>
              <a:tr h="434671">
                <a:tc>
                  <a:txBody>
                    <a:bodyPr/>
                    <a:lstStyle/>
                    <a:p>
                      <a:pPr>
                        <a:buNone/>
                      </a:pPr>
                      <a:r>
                        <a:rPr lang="en-IN" sz="1700" b="1"/>
                        <a:t>DevOps</a:t>
                      </a:r>
                      <a:endParaRPr lang="en-IN" sz="1700" b="1">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Docker, GitHub Actions</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2088711180"/>
                  </a:ext>
                </a:extLst>
              </a:tr>
              <a:tr h="434671">
                <a:tc>
                  <a:txBody>
                    <a:bodyPr/>
                    <a:lstStyle/>
                    <a:p>
                      <a:pPr>
                        <a:buNone/>
                      </a:pPr>
                      <a:r>
                        <a:rPr lang="en-IN" sz="1700" b="1" dirty="0"/>
                        <a:t>Monitoring</a:t>
                      </a:r>
                      <a:endParaRPr lang="en-IN" sz="1700" b="1"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700" dirty="0"/>
                        <a:t>Prometheus, Grafana</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3587010469"/>
                  </a:ext>
                </a:extLst>
              </a:tr>
            </a:tbl>
          </a:graphicData>
        </a:graphic>
      </p:graphicFrame>
    </p:spTree>
    <p:extLst>
      <p:ext uri="{BB962C8B-B14F-4D97-AF65-F5344CB8AC3E}">
        <p14:creationId xmlns:p14="http://schemas.microsoft.com/office/powerpoint/2010/main" val="425901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 name="Title 8">
            <a:extLst>
              <a:ext uri="{FF2B5EF4-FFF2-40B4-BE49-F238E27FC236}">
                <a16:creationId xmlns:a16="http://schemas.microsoft.com/office/drawing/2014/main" id="{CC2C3DB0-355D-9D8C-482C-B6EB1825AC8B}"/>
              </a:ext>
            </a:extLst>
          </p:cNvPr>
          <p:cNvSpPr>
            <a:spLocks noGrp="1"/>
          </p:cNvSpPr>
          <p:nvPr>
            <p:ph type="title"/>
          </p:nvPr>
        </p:nvSpPr>
        <p:spPr/>
        <p:txBody>
          <a:bodyPr>
            <a:norm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Innovation, Creativity, and Novelty</a:t>
            </a:r>
            <a:br>
              <a:rPr lang="en-US" sz="4000" b="1" dirty="0">
                <a:solidFill>
                  <a:srgbClr val="FF0000"/>
                </a:solidFill>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34F59F1C-1104-B31B-A152-A51413B5D359}"/>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6" name="Slide Number Placeholder 5">
            <a:extLst>
              <a:ext uri="{FF2B5EF4-FFF2-40B4-BE49-F238E27FC236}">
                <a16:creationId xmlns:a16="http://schemas.microsoft.com/office/drawing/2014/main" id="{18B287F2-09AA-912A-0677-E1AFFC770DF7}"/>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CFCA88D-235D-CED8-A2D3-62B73886BFB8}"/>
              </a:ext>
            </a:extLst>
          </p:cNvPr>
          <p:cNvSpPr>
            <a:spLocks noGrp="1"/>
          </p:cNvSpPr>
          <p:nvPr>
            <p:ph idx="1"/>
          </p:nvPr>
        </p:nvSpPr>
        <p:spPr>
          <a:xfrm>
            <a:off x="838200" y="1270000"/>
            <a:ext cx="10515600" cy="4906963"/>
          </a:xfrm>
        </p:spPr>
        <p:txBody>
          <a:bodyPr>
            <a:normAutofit fontScale="70000" lnSpcReduction="20000"/>
          </a:bodyPr>
          <a:lstStyle/>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Innovation:</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err="1">
                <a:latin typeface="Times New Roman" panose="02020603050405020304" pitchFamily="18" charset="0"/>
                <a:cs typeface="Times New Roman" panose="02020603050405020304" pitchFamily="18" charset="0"/>
              </a:rPr>
              <a:t>HealthVerse</a:t>
            </a:r>
            <a:r>
              <a:rPr lang="en-IN" dirty="0">
                <a:latin typeface="Times New Roman" panose="02020603050405020304" pitchFamily="18" charset="0"/>
                <a:cs typeface="Times New Roman" panose="02020603050405020304" pitchFamily="18" charset="0"/>
              </a:rPr>
              <a:t> AI combines predictive health monitoring, Agentic AI, medical report analysis, and personalized wellness management into a single digital healthcare ecosystem instead of providing these services as separate applications.</a:t>
            </a:r>
          </a:p>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Creativity:</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a:latin typeface="Times New Roman" panose="02020603050405020304" pitchFamily="18" charset="0"/>
                <a:cs typeface="Times New Roman" panose="02020603050405020304" pitchFamily="18" charset="0"/>
              </a:rPr>
              <a:t>The system uses multiple specialized AI agents such as Health, Nutrition, Fitness, Medicine, Wellness, and Report Agents that collaborate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different aspects of a user's health and generate personalized recommendations.</a:t>
            </a:r>
          </a:p>
          <a:p>
            <a:pPr algn="just">
              <a:lnSpc>
                <a:spcPct val="120000"/>
              </a:lnSpc>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Novelty:</a:t>
            </a:r>
            <a:r>
              <a:rPr lang="en-IN" u="sng" dirty="0">
                <a:latin typeface="Times New Roman" panose="02020603050405020304" pitchFamily="18" charset="0"/>
                <a:cs typeface="Times New Roman" panose="02020603050405020304" pitchFamily="18" charset="0"/>
              </a:rPr>
              <a:t> </a:t>
            </a:r>
          </a:p>
          <a:p>
            <a:pPr algn="just">
              <a:lnSpc>
                <a:spcPct val="120000"/>
              </a:lnSpc>
            </a:pPr>
            <a:r>
              <a:rPr lang="en-IN" dirty="0">
                <a:latin typeface="Times New Roman" panose="02020603050405020304" pitchFamily="18" charset="0"/>
                <a:cs typeface="Times New Roman" panose="02020603050405020304" pitchFamily="18" charset="0"/>
              </a:rPr>
              <a:t>The project introduces three key concepts: </a:t>
            </a:r>
            <a:r>
              <a:rPr lang="en-IN" b="1" dirty="0">
                <a:latin typeface="Times New Roman" panose="02020603050405020304" pitchFamily="18" charset="0"/>
                <a:cs typeface="Times New Roman" panose="02020603050405020304" pitchFamily="18" charset="0"/>
              </a:rPr>
              <a:t>Digital Health Twin</a:t>
            </a:r>
            <a:r>
              <a:rPr lang="en-IN" dirty="0">
                <a:latin typeface="Times New Roman" panose="02020603050405020304" pitchFamily="18" charset="0"/>
                <a:cs typeface="Times New Roman" panose="02020603050405020304" pitchFamily="18" charset="0"/>
              </a:rPr>
              <a:t> for continuously evolving health profiles, a </a:t>
            </a:r>
            <a:r>
              <a:rPr lang="en-IN" b="1" dirty="0">
                <a:latin typeface="Times New Roman" panose="02020603050405020304" pitchFamily="18" charset="0"/>
                <a:cs typeface="Times New Roman" panose="02020603050405020304" pitchFamily="18" charset="0"/>
              </a:rPr>
              <a:t>Predictive Wellness Engine</a:t>
            </a:r>
            <a:r>
              <a:rPr lang="en-IN" dirty="0">
                <a:latin typeface="Times New Roman" panose="02020603050405020304" pitchFamily="18" charset="0"/>
                <a:cs typeface="Times New Roman" panose="02020603050405020304" pitchFamily="18" charset="0"/>
              </a:rPr>
              <a:t> for identifying potential future health risks, and </a:t>
            </a:r>
            <a:r>
              <a:rPr lang="en-IN" b="1" dirty="0">
                <a:latin typeface="Times New Roman" panose="02020603050405020304" pitchFamily="18" charset="0"/>
                <a:cs typeface="Times New Roman" panose="02020603050405020304" pitchFamily="18" charset="0"/>
              </a:rPr>
              <a:t>Explainable Multi-Agent AI</a:t>
            </a:r>
            <a:r>
              <a:rPr lang="en-IN" dirty="0">
                <a:latin typeface="Times New Roman" panose="02020603050405020304" pitchFamily="18" charset="0"/>
                <a:cs typeface="Times New Roman" panose="02020603050405020304" pitchFamily="18" charset="0"/>
              </a:rPr>
              <a:t> that provides personalized recommendations along with the factors and reasoning behind them.</a:t>
            </a:r>
          </a:p>
          <a:p>
            <a:pPr algn="just">
              <a:lnSpc>
                <a:spcPct val="12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268607"/>
            <a:ext cx="7234014" cy="707886"/>
          </a:xfrm>
          <a:prstGeom prst="rect">
            <a:avLst/>
          </a:prstGeom>
          <a:noFill/>
        </p:spPr>
        <p:txBody>
          <a:bodyPr wrap="square">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Feasibility</a:t>
            </a:r>
          </a:p>
        </p:txBody>
      </p:sp>
      <p:sp>
        <p:nvSpPr>
          <p:cNvPr id="2" name="TextBox 1">
            <a:extLst>
              <a:ext uri="{FF2B5EF4-FFF2-40B4-BE49-F238E27FC236}">
                <a16:creationId xmlns:a16="http://schemas.microsoft.com/office/drawing/2014/main" id="{3F0303AA-CEE8-2513-1736-59CB3A5EF8E4}"/>
              </a:ext>
            </a:extLst>
          </p:cNvPr>
          <p:cNvSpPr txBox="1"/>
          <p:nvPr/>
        </p:nvSpPr>
        <p:spPr>
          <a:xfrm>
            <a:off x="975360" y="412472"/>
            <a:ext cx="10378440" cy="5957400"/>
          </a:xfrm>
          <a:prstGeom prst="rect">
            <a:avLst/>
          </a:prstGeom>
          <a:noFill/>
        </p:spPr>
        <p:txBody>
          <a:bodyPr wrap="square" rtlCol="0">
            <a:spAutoFit/>
          </a:bodyPr>
          <a:lstStyle/>
          <a:p>
            <a:pPr algn="just">
              <a:lnSpc>
                <a:spcPct val="150000"/>
              </a:lnSpc>
            </a:pPr>
            <a:endParaRPr lang="en-IN" sz="1600" b="1" dirty="0">
              <a:latin typeface="Times New Roman" panose="02020603050405020304" pitchFamily="18" charset="0"/>
              <a:cs typeface="Times New Roman" panose="02020603050405020304" pitchFamily="18" charset="0"/>
            </a:endParaRPr>
          </a:p>
          <a:p>
            <a:pPr algn="just">
              <a:lnSpc>
                <a:spcPct val="150000"/>
              </a:lnSpc>
            </a:pPr>
            <a:r>
              <a:rPr lang="en-IN" sz="1600" b="1" dirty="0">
                <a:latin typeface="Times New Roman" panose="02020603050405020304" pitchFamily="18" charset="0"/>
                <a:cs typeface="Times New Roman" panose="02020603050405020304" pitchFamily="18" charset="0"/>
              </a:rPr>
              <a:t>1. Technical Feasibility</a:t>
            </a:r>
          </a:p>
          <a:p>
            <a:pPr algn="just">
              <a:lnSpc>
                <a:spcPct val="150000"/>
              </a:lnSpc>
            </a:pPr>
            <a:r>
              <a:rPr lang="en-IN" sz="1600" dirty="0">
                <a:latin typeface="Times New Roman" panose="02020603050405020304" pitchFamily="18" charset="0"/>
                <a:cs typeface="Times New Roman" panose="02020603050405020304" pitchFamily="18" charset="0"/>
              </a:rPr>
              <a:t>The project is technically feasible using AI, Agentic AI, cloud computing, and microservices technologies such as </a:t>
            </a:r>
            <a:r>
              <a:rPr lang="en-IN" sz="1600" dirty="0" err="1">
                <a:latin typeface="Times New Roman" panose="02020603050405020304" pitchFamily="18" charset="0"/>
                <a:cs typeface="Times New Roman" panose="02020603050405020304" pitchFamily="18" charset="0"/>
              </a:rPr>
              <a:t>CrewAI</a:t>
            </a:r>
            <a:r>
              <a:rPr lang="en-IN" sz="1600" dirty="0">
                <a:latin typeface="Times New Roman" panose="02020603050405020304" pitchFamily="18" charset="0"/>
                <a:cs typeface="Times New Roman" panose="02020603050405020304" pitchFamily="18" charset="0"/>
              </a:rPr>
              <a:t>, Gemini API, Spring Boot, React.js, and PostgreSQL.</a:t>
            </a:r>
          </a:p>
          <a:p>
            <a:pPr algn="just">
              <a:lnSpc>
                <a:spcPct val="150000"/>
              </a:lnSpc>
            </a:pPr>
            <a:r>
              <a:rPr lang="en-IN" sz="1600" b="1" dirty="0">
                <a:latin typeface="Times New Roman" panose="02020603050405020304" pitchFamily="18" charset="0"/>
                <a:cs typeface="Times New Roman" panose="02020603050405020304" pitchFamily="18" charset="0"/>
              </a:rPr>
              <a:t>2. Economic Feasibility</a:t>
            </a:r>
          </a:p>
          <a:p>
            <a:pPr algn="just">
              <a:lnSpc>
                <a:spcPct val="150000"/>
              </a:lnSpc>
            </a:pPr>
            <a:r>
              <a:rPr lang="en-IN" sz="1600" dirty="0">
                <a:latin typeface="Times New Roman" panose="02020603050405020304" pitchFamily="18" charset="0"/>
                <a:cs typeface="Times New Roman" panose="02020603050405020304" pitchFamily="18" charset="0"/>
              </a:rPr>
              <a:t>The system can be developed using open-source frameworks, pre-trained AI models, and free-tier cloud services, reducing development costs.</a:t>
            </a:r>
          </a:p>
          <a:p>
            <a:pPr algn="just">
              <a:lnSpc>
                <a:spcPct val="150000"/>
              </a:lnSpc>
            </a:pPr>
            <a:r>
              <a:rPr lang="en-IN" sz="1600" b="1" dirty="0">
                <a:latin typeface="Times New Roman" panose="02020603050405020304" pitchFamily="18" charset="0"/>
                <a:cs typeface="Times New Roman" panose="02020603050405020304" pitchFamily="18" charset="0"/>
              </a:rPr>
              <a:t>3. Operational Feasibility</a:t>
            </a:r>
          </a:p>
          <a:p>
            <a:pPr algn="just">
              <a:lnSpc>
                <a:spcPct val="150000"/>
              </a:lnSpc>
            </a:pPr>
            <a:r>
              <a:rPr lang="en-IN" sz="1600" dirty="0" err="1">
                <a:latin typeface="Times New Roman" panose="02020603050405020304" pitchFamily="18" charset="0"/>
                <a:cs typeface="Times New Roman" panose="02020603050405020304" pitchFamily="18" charset="0"/>
              </a:rPr>
              <a:t>HealthVerse</a:t>
            </a:r>
            <a:r>
              <a:rPr lang="en-IN" sz="1600" dirty="0">
                <a:latin typeface="Times New Roman" panose="02020603050405020304" pitchFamily="18" charset="0"/>
                <a:cs typeface="Times New Roman" panose="02020603050405020304" pitchFamily="18" charset="0"/>
              </a:rPr>
              <a:t> AI can provide continuous health monitoring, predictive analysis, and personalized wellness recommendations through an easy-to-use interface.</a:t>
            </a:r>
          </a:p>
          <a:p>
            <a:pPr algn="just">
              <a:lnSpc>
                <a:spcPct val="150000"/>
              </a:lnSpc>
            </a:pPr>
            <a:r>
              <a:rPr lang="en-IN" sz="1600" b="1" dirty="0">
                <a:latin typeface="Times New Roman" panose="02020603050405020304" pitchFamily="18" charset="0"/>
                <a:cs typeface="Times New Roman" panose="02020603050405020304" pitchFamily="18" charset="0"/>
              </a:rPr>
              <a:t>4. Integration Feasibility</a:t>
            </a:r>
          </a:p>
          <a:p>
            <a:pPr algn="just">
              <a:lnSpc>
                <a:spcPct val="150000"/>
              </a:lnSpc>
            </a:pPr>
            <a:r>
              <a:rPr lang="en-IN" sz="1600" dirty="0">
                <a:latin typeface="Times New Roman" panose="02020603050405020304" pitchFamily="18" charset="0"/>
                <a:cs typeface="Times New Roman" panose="02020603050405020304" pitchFamily="18" charset="0"/>
              </a:rPr>
              <a:t>The system can integrate with wearable devices, healthcare APIs, mobile applications, and cloud platforms using standard APIs and microservices.</a:t>
            </a:r>
          </a:p>
          <a:p>
            <a:pPr marL="285750" indent="-285750" algn="just">
              <a:lnSpc>
                <a:spcPct val="150000"/>
              </a:lnSpc>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Overall Feasibility</a:t>
            </a:r>
          </a:p>
          <a:p>
            <a:pPr algn="just">
              <a:lnSpc>
                <a:spcPct val="150000"/>
              </a:lnSpc>
            </a:pPr>
            <a:r>
              <a:rPr lang="en-IN" sz="1600" dirty="0">
                <a:latin typeface="Times New Roman" panose="02020603050405020304" pitchFamily="18" charset="0"/>
                <a:cs typeface="Times New Roman" panose="02020603050405020304" pitchFamily="18" charset="0"/>
              </a:rPr>
              <a:t>The project is feasible as it combines AI, Agentic AI, data analytics, and cloud technologies to create an intelligent and scalable digital healthcare ecosystem.</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7A5C8E97-379A-D3AC-5648-559CFA5E420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1EB6DF8-DC9B-0CC4-451D-97C9B23BCD1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Tree>
    <p:extLst>
      <p:ext uri="{BB962C8B-B14F-4D97-AF65-F5344CB8AC3E}">
        <p14:creationId xmlns:p14="http://schemas.microsoft.com/office/powerpoint/2010/main" val="411885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5512-A609-76E9-1711-4856EC6ED3F4}"/>
              </a:ext>
            </a:extLst>
          </p:cNvPr>
          <p:cNvSpPr>
            <a:spLocks noGrp="1"/>
          </p:cNvSpPr>
          <p:nvPr>
            <p:ph type="title"/>
          </p:nvPr>
        </p:nvSpPr>
        <p:spPr>
          <a:xfrm>
            <a:off x="838200" y="365126"/>
            <a:ext cx="9937830" cy="572424"/>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 Project Plan</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3C5E4268-1EC8-BFF9-33D8-DD255FAE1710}"/>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18C6764E-A282-3038-9F75-5785BC50968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graphicFrame>
        <p:nvGraphicFramePr>
          <p:cNvPr id="11" name="Content Placeholder 10">
            <a:extLst>
              <a:ext uri="{FF2B5EF4-FFF2-40B4-BE49-F238E27FC236}">
                <a16:creationId xmlns:a16="http://schemas.microsoft.com/office/drawing/2014/main" id="{AD2106E4-AC00-371E-89D9-BD9F29385174}"/>
              </a:ext>
            </a:extLst>
          </p:cNvPr>
          <p:cNvGraphicFramePr>
            <a:graphicFrameLocks noGrp="1"/>
          </p:cNvGraphicFramePr>
          <p:nvPr>
            <p:ph idx="1"/>
            <p:extLst>
              <p:ext uri="{D42A27DB-BD31-4B8C-83A1-F6EECF244321}">
                <p14:modId xmlns:p14="http://schemas.microsoft.com/office/powerpoint/2010/main" val="259555674"/>
              </p:ext>
            </p:extLst>
          </p:nvPr>
        </p:nvGraphicFramePr>
        <p:xfrm>
          <a:off x="1327847" y="1140094"/>
          <a:ext cx="9536306" cy="4533119"/>
        </p:xfrm>
        <a:graphic>
          <a:graphicData uri="http://schemas.openxmlformats.org/drawingml/2006/table">
            <a:tbl>
              <a:tblPr firstRow="1" bandRow="1">
                <a:tableStyleId>{C4B1156A-380E-4F78-BDF5-A606A8083BF9}</a:tableStyleId>
              </a:tblPr>
              <a:tblGrid>
                <a:gridCol w="1018881">
                  <a:extLst>
                    <a:ext uri="{9D8B030D-6E8A-4147-A177-3AD203B41FA5}">
                      <a16:colId xmlns:a16="http://schemas.microsoft.com/office/drawing/2014/main" val="865632583"/>
                    </a:ext>
                  </a:extLst>
                </a:gridCol>
                <a:gridCol w="4431575">
                  <a:extLst>
                    <a:ext uri="{9D8B030D-6E8A-4147-A177-3AD203B41FA5}">
                      <a16:colId xmlns:a16="http://schemas.microsoft.com/office/drawing/2014/main" val="2856754256"/>
                    </a:ext>
                  </a:extLst>
                </a:gridCol>
                <a:gridCol w="4085850">
                  <a:extLst>
                    <a:ext uri="{9D8B030D-6E8A-4147-A177-3AD203B41FA5}">
                      <a16:colId xmlns:a16="http://schemas.microsoft.com/office/drawing/2014/main" val="3992791816"/>
                    </a:ext>
                  </a:extLst>
                </a:gridCol>
              </a:tblGrid>
              <a:tr h="426098">
                <a:tc>
                  <a:txBody>
                    <a:bodyPr/>
                    <a:lstStyle/>
                    <a:p>
                      <a:pPr>
                        <a:buNone/>
                      </a:pPr>
                      <a:r>
                        <a:rPr lang="en-IN" b="1" dirty="0">
                          <a:latin typeface="Times New Roman" panose="02020603050405020304" pitchFamily="18" charset="0"/>
                          <a:cs typeface="Times New Roman" panose="02020603050405020304" pitchFamily="18" charset="0"/>
                        </a:rPr>
                        <a:t>Phase</a:t>
                      </a:r>
                      <a:endParaRPr lang="en-IN"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b="1">
                          <a:latin typeface="Times New Roman" panose="02020603050405020304" pitchFamily="18" charset="0"/>
                          <a:cs typeface="Times New Roman" panose="02020603050405020304" pitchFamily="18" charset="0"/>
                        </a:rPr>
                        <a:t>Activity</a:t>
                      </a:r>
                      <a:endParaRPr lang="en-IN">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b="1"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834510404"/>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1</a:t>
                      </a:r>
                    </a:p>
                  </a:txBody>
                  <a:tcPr anchor="ctr"/>
                </a:tc>
                <a:tc>
                  <a:txBody>
                    <a:bodyPr/>
                    <a:lstStyle/>
                    <a:p>
                      <a:pPr>
                        <a:buNone/>
                      </a:pPr>
                      <a:r>
                        <a:rPr lang="en-IN" dirty="0">
                          <a:latin typeface="Times New Roman" panose="02020603050405020304" pitchFamily="18" charset="0"/>
                          <a:cs typeface="Times New Roman" panose="02020603050405020304" pitchFamily="18" charset="0"/>
                        </a:rPr>
                        <a:t>Literature Survey &amp; Requirement 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Problem definition and system requirements</a:t>
                      </a:r>
                    </a:p>
                  </a:txBody>
                  <a:tcPr anchor="ctr"/>
                </a:tc>
                <a:extLst>
                  <a:ext uri="{0D108BD9-81ED-4DB2-BD59-A6C34878D82A}">
                    <a16:rowId xmlns:a16="http://schemas.microsoft.com/office/drawing/2014/main" val="3234812841"/>
                  </a:ext>
                </a:extLst>
              </a:tr>
              <a:tr h="420261">
                <a:tc>
                  <a:txBody>
                    <a:bodyPr/>
                    <a:lstStyle/>
                    <a:p>
                      <a:pPr>
                        <a:buNone/>
                      </a:pPr>
                      <a:r>
                        <a:rPr lang="en-IN" b="1" dirty="0">
                          <a:latin typeface="Times New Roman" panose="02020603050405020304" pitchFamily="18" charset="0"/>
                          <a:cs typeface="Times New Roman" panose="02020603050405020304" pitchFamily="18" charset="0"/>
                        </a:rPr>
                        <a:t>Phase 2</a:t>
                      </a:r>
                    </a:p>
                  </a:txBody>
                  <a:tcPr anchor="ctr"/>
                </a:tc>
                <a:tc>
                  <a:txBody>
                    <a:bodyPr/>
                    <a:lstStyle/>
                    <a:p>
                      <a:pPr>
                        <a:buNone/>
                      </a:pPr>
                      <a:r>
                        <a:rPr lang="en-IN" dirty="0">
                          <a:latin typeface="Times New Roman" panose="02020603050405020304" pitchFamily="18" charset="0"/>
                          <a:cs typeface="Times New Roman" panose="02020603050405020304" pitchFamily="18" charset="0"/>
                        </a:rPr>
                        <a:t>System Design &amp; Architecture Planning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Architecture and module design</a:t>
                      </a:r>
                    </a:p>
                  </a:txBody>
                  <a:tcPr anchor="ctr"/>
                </a:tc>
                <a:extLst>
                  <a:ext uri="{0D108BD9-81ED-4DB2-BD59-A6C34878D82A}">
                    <a16:rowId xmlns:a16="http://schemas.microsoft.com/office/drawing/2014/main" val="2178198534"/>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3</a:t>
                      </a:r>
                    </a:p>
                  </a:txBody>
                  <a:tcPr anchor="ctr"/>
                </a:tc>
                <a:tc>
                  <a:txBody>
                    <a:bodyPr/>
                    <a:lstStyle/>
                    <a:p>
                      <a:pPr>
                        <a:buNone/>
                      </a:pPr>
                      <a:r>
                        <a:rPr lang="en-IN" dirty="0">
                          <a:latin typeface="Times New Roman" panose="02020603050405020304" pitchFamily="18" charset="0"/>
                          <a:cs typeface="Times New Roman" panose="02020603050405020304" pitchFamily="18" charset="0"/>
                        </a:rPr>
                        <a:t>Frontend &amp; Backend Development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User interface and microservices implementation</a:t>
                      </a:r>
                    </a:p>
                  </a:txBody>
                  <a:tcPr anchor="ctr"/>
                </a:tc>
                <a:extLst>
                  <a:ext uri="{0D108BD9-81ED-4DB2-BD59-A6C34878D82A}">
                    <a16:rowId xmlns:a16="http://schemas.microsoft.com/office/drawing/2014/main" val="2107565806"/>
                  </a:ext>
                </a:extLst>
              </a:tr>
              <a:tr h="426098">
                <a:tc>
                  <a:txBody>
                    <a:bodyPr/>
                    <a:lstStyle/>
                    <a:p>
                      <a:pPr>
                        <a:buNone/>
                      </a:pPr>
                      <a:r>
                        <a:rPr lang="en-IN" b="1" dirty="0">
                          <a:latin typeface="Times New Roman" panose="02020603050405020304" pitchFamily="18" charset="0"/>
                          <a:cs typeface="Times New Roman" panose="02020603050405020304" pitchFamily="18" charset="0"/>
                        </a:rPr>
                        <a:t>Phase 4</a:t>
                      </a:r>
                    </a:p>
                  </a:txBody>
                  <a:tcPr anchor="ctr"/>
                </a:tc>
                <a:tc>
                  <a:txBody>
                    <a:bodyPr/>
                    <a:lstStyle/>
                    <a:p>
                      <a:pPr>
                        <a:buNone/>
                      </a:pPr>
                      <a:r>
                        <a:rPr lang="en-IN" dirty="0">
                          <a:latin typeface="Times New Roman" panose="02020603050405020304" pitchFamily="18" charset="0"/>
                          <a:cs typeface="Times New Roman" panose="02020603050405020304" pitchFamily="18" charset="0"/>
                        </a:rPr>
                        <a:t>AI Agent Development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Multi-agent healthcare system</a:t>
                      </a:r>
                    </a:p>
                  </a:txBody>
                  <a:tcPr anchor="ctr"/>
                </a:tc>
                <a:extLst>
                  <a:ext uri="{0D108BD9-81ED-4DB2-BD59-A6C34878D82A}">
                    <a16:rowId xmlns:a16="http://schemas.microsoft.com/office/drawing/2014/main" val="2814477876"/>
                  </a:ext>
                </a:extLst>
              </a:tr>
              <a:tr h="735456">
                <a:tc>
                  <a:txBody>
                    <a:bodyPr/>
                    <a:lstStyle/>
                    <a:p>
                      <a:pPr>
                        <a:buNone/>
                      </a:pPr>
                      <a:r>
                        <a:rPr lang="en-IN" b="1" dirty="0">
                          <a:latin typeface="Times New Roman" panose="02020603050405020304" pitchFamily="18" charset="0"/>
                          <a:cs typeface="Times New Roman" panose="02020603050405020304" pitchFamily="18" charset="0"/>
                        </a:rPr>
                        <a:t>Phase 5</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Integration &amp; Database Setup</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Connected services and data management</a:t>
                      </a:r>
                    </a:p>
                  </a:txBody>
                  <a:tcPr anchor="ctr"/>
                </a:tc>
                <a:extLst>
                  <a:ext uri="{0D108BD9-81ED-4DB2-BD59-A6C34878D82A}">
                    <a16:rowId xmlns:a16="http://schemas.microsoft.com/office/drawing/2014/main" val="2973361741"/>
                  </a:ext>
                </a:extLst>
              </a:tr>
              <a:tr h="426098">
                <a:tc>
                  <a:txBody>
                    <a:bodyPr/>
                    <a:lstStyle/>
                    <a:p>
                      <a:pPr>
                        <a:buNone/>
                      </a:pPr>
                      <a:r>
                        <a:rPr lang="en-IN" b="1" dirty="0">
                          <a:latin typeface="Times New Roman" panose="02020603050405020304" pitchFamily="18" charset="0"/>
                          <a:cs typeface="Times New Roman" panose="02020603050405020304" pitchFamily="18" charset="0"/>
                        </a:rPr>
                        <a:t>Phase 6</a:t>
                      </a:r>
                    </a:p>
                  </a:txBody>
                  <a:tcPr anchor="ctr"/>
                </a:tc>
                <a:tc>
                  <a:txBody>
                    <a:bodyPr/>
                    <a:lstStyle/>
                    <a:p>
                      <a:pPr>
                        <a:buNone/>
                      </a:pPr>
                      <a:r>
                        <a:rPr lang="en-IN" dirty="0">
                          <a:latin typeface="Times New Roman" panose="02020603050405020304" pitchFamily="18" charset="0"/>
                          <a:cs typeface="Times New Roman" panose="02020603050405020304" pitchFamily="18" charset="0"/>
                        </a:rPr>
                        <a:t>Testing &amp; Performance Evaluation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Functional and performance results</a:t>
                      </a:r>
                    </a:p>
                  </a:txBody>
                  <a:tcPr anchor="ctr"/>
                </a:tc>
                <a:extLst>
                  <a:ext uri="{0D108BD9-81ED-4DB2-BD59-A6C34878D82A}">
                    <a16:rowId xmlns:a16="http://schemas.microsoft.com/office/drawing/2014/main" val="3486513394"/>
                  </a:ext>
                </a:extLst>
              </a:tr>
              <a:tr h="628196">
                <a:tc>
                  <a:txBody>
                    <a:bodyPr/>
                    <a:lstStyle/>
                    <a:p>
                      <a:pPr>
                        <a:buNone/>
                      </a:pPr>
                      <a:r>
                        <a:rPr lang="en-IN" b="1" dirty="0">
                          <a:latin typeface="Times New Roman" panose="02020603050405020304" pitchFamily="18" charset="0"/>
                          <a:cs typeface="Times New Roman" panose="02020603050405020304" pitchFamily="18" charset="0"/>
                        </a:rPr>
                        <a:t>Phase 7</a:t>
                      </a:r>
                    </a:p>
                  </a:txBody>
                  <a:tcPr anchor="ctr"/>
                </a:tc>
                <a:tc>
                  <a:txBody>
                    <a:bodyPr/>
                    <a:lstStyle/>
                    <a:p>
                      <a:pPr>
                        <a:buNone/>
                      </a:pPr>
                      <a:r>
                        <a:rPr lang="en-IN" dirty="0">
                          <a:latin typeface="Times New Roman" panose="02020603050405020304" pitchFamily="18" charset="0"/>
                          <a:cs typeface="Times New Roman" panose="02020603050405020304" pitchFamily="18" charset="0"/>
                        </a:rPr>
                        <a:t>Documentation &amp; Final Demonstration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Project report and working prototype</a:t>
                      </a:r>
                    </a:p>
                  </a:txBody>
                  <a:tcPr anchor="ctr"/>
                </a:tc>
                <a:extLst>
                  <a:ext uri="{0D108BD9-81ED-4DB2-BD59-A6C34878D82A}">
                    <a16:rowId xmlns:a16="http://schemas.microsoft.com/office/drawing/2014/main" val="3483654068"/>
                  </a:ext>
                </a:extLst>
              </a:tr>
            </a:tbl>
          </a:graphicData>
        </a:graphic>
      </p:graphicFrame>
    </p:spTree>
    <p:extLst>
      <p:ext uri="{BB962C8B-B14F-4D97-AF65-F5344CB8AC3E}">
        <p14:creationId xmlns:p14="http://schemas.microsoft.com/office/powerpoint/2010/main" val="375557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A9BA3-6273-E25B-6831-1F64FD85673D}"/>
              </a:ext>
            </a:extLst>
          </p:cNvPr>
          <p:cNvSpPr>
            <a:spLocks noGrp="1"/>
          </p:cNvSpPr>
          <p:nvPr>
            <p:ph type="title"/>
          </p:nvPr>
        </p:nvSpPr>
        <p:spPr>
          <a:xfrm>
            <a:off x="1089660" y="90170"/>
            <a:ext cx="10515600" cy="1325563"/>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Project Architecture/Project Overview:</a:t>
            </a:r>
          </a:p>
        </p:txBody>
      </p:sp>
      <p:sp>
        <p:nvSpPr>
          <p:cNvPr id="4" name="Footer Placeholder 3">
            <a:extLst>
              <a:ext uri="{FF2B5EF4-FFF2-40B4-BE49-F238E27FC236}">
                <a16:creationId xmlns:a16="http://schemas.microsoft.com/office/drawing/2014/main" id="{A89E6BA6-C6A9-ABB7-C3A8-DEB8758739DE}"/>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SOA REVIEW-1</a:t>
            </a:r>
          </a:p>
        </p:txBody>
      </p:sp>
      <p:sp>
        <p:nvSpPr>
          <p:cNvPr id="5" name="Slide Number Placeholder 4">
            <a:extLst>
              <a:ext uri="{FF2B5EF4-FFF2-40B4-BE49-F238E27FC236}">
                <a16:creationId xmlns:a16="http://schemas.microsoft.com/office/drawing/2014/main" id="{904842B1-2500-E8B1-1331-B22CB9C6E1F3}"/>
              </a:ext>
            </a:extLst>
          </p:cNvPr>
          <p:cNvSpPr>
            <a:spLocks noGrp="1"/>
          </p:cNvSpPr>
          <p:nvPr>
            <p:ph type="sldNum" sz="quarter" idx="12"/>
          </p:nvPr>
        </p:nvSpPr>
        <p:spPr/>
        <p:txBody>
          <a:bodyPr/>
          <a:lstStyle/>
          <a:p>
            <a:fld id="{E639234F-78F1-4984-9C4D-D4C7AB587871}" type="slidenum">
              <a:rPr lang="en-US" smtClean="0"/>
              <a:t>12</a:t>
            </a:fld>
            <a:endParaRPr lang="en-US"/>
          </a:p>
        </p:txBody>
      </p:sp>
      <p:pic>
        <p:nvPicPr>
          <p:cNvPr id="11" name="Content Placeholder 10">
            <a:extLst>
              <a:ext uri="{FF2B5EF4-FFF2-40B4-BE49-F238E27FC236}">
                <a16:creationId xmlns:a16="http://schemas.microsoft.com/office/drawing/2014/main" id="{E40A1F16-8CEA-4AEE-87EA-20E69A473961}"/>
              </a:ext>
            </a:extLst>
          </p:cNvPr>
          <p:cNvPicPr>
            <a:picLocks noGrp="1" noChangeAspect="1"/>
          </p:cNvPicPr>
          <p:nvPr>
            <p:ph idx="1"/>
          </p:nvPr>
        </p:nvPicPr>
        <p:blipFill>
          <a:blip r:embed="rId2"/>
          <a:stretch>
            <a:fillRect/>
          </a:stretch>
        </p:blipFill>
        <p:spPr>
          <a:xfrm>
            <a:off x="1341120" y="1415734"/>
            <a:ext cx="10012680" cy="4761230"/>
          </a:xfrm>
          <a:prstGeom prst="rect">
            <a:avLst/>
          </a:prstGeom>
        </p:spPr>
      </p:pic>
    </p:spTree>
    <p:extLst>
      <p:ext uri="{BB962C8B-B14F-4D97-AF65-F5344CB8AC3E}">
        <p14:creationId xmlns:p14="http://schemas.microsoft.com/office/powerpoint/2010/main" val="1981474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671</TotalTime>
  <Words>1889</Words>
  <Application>Microsoft Office PowerPoint</Application>
  <PresentationFormat>Widescreen</PresentationFormat>
  <Paragraphs>194</Paragraphs>
  <Slides>12</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Novelty</vt:lpstr>
      <vt:lpstr>Tech Stack </vt:lpstr>
      <vt:lpstr>Innovation, Creativity, and Novelty </vt:lpstr>
      <vt:lpstr>PowerPoint Presentation</vt:lpstr>
      <vt:lpstr> Project Plan</vt:lpstr>
      <vt:lpstr>Project Architecture/Project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 GIRIDHAR</cp:lastModifiedBy>
  <cp:revision>41</cp:revision>
  <dcterms:created xsi:type="dcterms:W3CDTF">2026-08-08T06:33:56Z</dcterms:created>
  <dcterms:modified xsi:type="dcterms:W3CDTF">2026-08-20T09:17:41Z</dcterms:modified>
</cp:coreProperties>
</file>